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e03ac7cd6247c4" /><Relationship Type="http://schemas.openxmlformats.org/officeDocument/2006/relationships/extended-properties" Target="/docProps/app.xml" Id="R21d649dff05c4af4" /><Relationship Type="http://schemas.openxmlformats.org/officeDocument/2006/relationships/officeDocument" Target="/ppt/presentation.xml" Id="Rc2233e6883364141"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b298b2d111ac47a3"/>
  </p:sldMasterIdLst>
  <p:notesMasterIdLst>
    <p:notesMasterId xmlns:r="http://schemas.openxmlformats.org/officeDocument/2006/relationships" r:id="Ref3c9488d2bd4a02"/>
  </p:notesMasterIdLst>
  <p:sldIdLst>
    <p:sldId xmlns:r="http://schemas.openxmlformats.org/officeDocument/2006/relationships" id="256" r:id="Rafdb45effa4042ee"/>
    <p:sldId xmlns:r="http://schemas.openxmlformats.org/officeDocument/2006/relationships" id="257" r:id="R997bbc690b03498c"/>
    <p:sldId xmlns:r="http://schemas.openxmlformats.org/officeDocument/2006/relationships" id="258" r:id="R8840c54bdb63480d"/>
    <p:sldId xmlns:r="http://schemas.openxmlformats.org/officeDocument/2006/relationships" id="259" r:id="R39276f57bea24dd9"/>
    <p:sldId xmlns:r="http://schemas.openxmlformats.org/officeDocument/2006/relationships" id="260" r:id="Rd199994bc4764c74"/>
    <p:sldId xmlns:r="http://schemas.openxmlformats.org/officeDocument/2006/relationships" id="261" r:id="R1e5ca444f30b40f5"/>
    <p:sldId xmlns:r="http://schemas.openxmlformats.org/officeDocument/2006/relationships" id="262" r:id="R783bd3bf72ae4045"/>
    <p:sldId xmlns:r="http://schemas.openxmlformats.org/officeDocument/2006/relationships" id="263" r:id="R1bcf85fc037d44cd"/>
    <p:sldId xmlns:r="http://schemas.openxmlformats.org/officeDocument/2006/relationships" id="264" r:id="Rdc50220551004e29"/>
    <p:sldId xmlns:r="http://schemas.openxmlformats.org/officeDocument/2006/relationships" id="265" r:id="Ra40aae2dcc644129"/>
    <p:sldId xmlns:r="http://schemas.openxmlformats.org/officeDocument/2006/relationships" id="266" r:id="R3cb194a1acd943c6"/>
    <p:sldId xmlns:r="http://schemas.openxmlformats.org/officeDocument/2006/relationships" id="267" r:id="R02599848be7a473c"/>
    <p:sldId xmlns:r="http://schemas.openxmlformats.org/officeDocument/2006/relationships" id="268" r:id="Re274c36b25194562"/>
    <p:sldId xmlns:r="http://schemas.openxmlformats.org/officeDocument/2006/relationships" id="269" r:id="Rf694a4fd807146ef"/>
    <p:sldId xmlns:r="http://schemas.openxmlformats.org/officeDocument/2006/relationships" id="270" r:id="R7812e9b78afb4f4a"/>
    <p:sldId xmlns:r="http://schemas.openxmlformats.org/officeDocument/2006/relationships" id="271" r:id="Rdcbbdde047b7439a"/>
    <p:sldId xmlns:r="http://schemas.openxmlformats.org/officeDocument/2006/relationships" id="272" r:id="Re821fde4eeae4ce9"/>
    <p:sldId xmlns:r="http://schemas.openxmlformats.org/officeDocument/2006/relationships" id="273" r:id="Re57591cdc2954e54"/>
    <p:sldId xmlns:r="http://schemas.openxmlformats.org/officeDocument/2006/relationships" id="274" r:id="R25f84bbd82274652"/>
  </p:sldIdLst>
  <p:sldSz cx="12192000" cy="6858000"/>
  <p:notesSz cx="6858000" cy="9144000"/>
  <p:embeddedFontLst>
    <p:embeddedFont>
      <p:font typeface="Century Gothic"/>
      <p:regular xmlns:r="http://schemas.openxmlformats.org/officeDocument/2006/relationships" r:id="Rd1e81af2c2b54f82"/>
      <p:bold xmlns:r="http://schemas.openxmlformats.org/officeDocument/2006/relationships" r:id="R0618a66394624400"/>
      <p:italic xmlns:r="http://schemas.openxmlformats.org/officeDocument/2006/relationships" r:id="R3d9483400a264628"/>
      <p:boldItalic xmlns:r="http://schemas.openxmlformats.org/officeDocument/2006/relationships" r:id="R62bdfbe07f664642"/>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c2114d1cca6473e" /><Relationship Type="http://schemas.openxmlformats.org/officeDocument/2006/relationships/slideMaster" Target="/ppt/slideMasters/slideMaster1.xml" Id="Rb298b2d111ac47a3" /><Relationship Type="http://schemas.openxmlformats.org/officeDocument/2006/relationships/notesMaster" Target="/ppt/notesMasters/notesMaster1.xml" Id="Ref3c9488d2bd4a02" /><Relationship Type="http://schemas.openxmlformats.org/officeDocument/2006/relationships/presProps" Target="/ppt/presProps.xml" Id="R44f5581963074f27" /><Relationship Type="http://schemas.openxmlformats.org/officeDocument/2006/relationships/viewProps" Target="/ppt/viewProps.xml" Id="R1c955957e4574772" /><Relationship Type="http://schemas.openxmlformats.org/officeDocument/2006/relationships/tableStyles" Target="/ppt/tableStyles.xml" Id="R5475d39cb0e94d28" /><Relationship Type="http://schemas.openxmlformats.org/officeDocument/2006/relationships/font" Target="/ppt/fonts/font.dat" Id="Rd1e81af2c2b54f82" /><Relationship Type="http://schemas.openxmlformats.org/officeDocument/2006/relationships/font" Target="/ppt/fonts/font2.dat" Id="R0618a66394624400" /><Relationship Type="http://schemas.openxmlformats.org/officeDocument/2006/relationships/font" Target="/ppt/fonts/font3.dat" Id="R3d9483400a264628" /><Relationship Type="http://schemas.openxmlformats.org/officeDocument/2006/relationships/font" Target="/ppt/fonts/font4.dat" Id="R62bdfbe07f664642" /><Relationship Type="http://schemas.openxmlformats.org/officeDocument/2006/relationships/slide" Target="/ppt/slides/slide1.xml" Id="Rafdb45effa4042ee" /><Relationship Type="http://schemas.openxmlformats.org/officeDocument/2006/relationships/slide" Target="/ppt/slides/slide2.xml" Id="R997bbc690b03498c" /><Relationship Type="http://schemas.openxmlformats.org/officeDocument/2006/relationships/slide" Target="/ppt/slides/slide3.xml" Id="R8840c54bdb63480d" /><Relationship Type="http://schemas.openxmlformats.org/officeDocument/2006/relationships/slide" Target="/ppt/slides/slide4.xml" Id="R39276f57bea24dd9" /><Relationship Type="http://schemas.openxmlformats.org/officeDocument/2006/relationships/slide" Target="/ppt/slides/slide5.xml" Id="Rd199994bc4764c74" /><Relationship Type="http://schemas.openxmlformats.org/officeDocument/2006/relationships/slide" Target="/ppt/slides/slide6.xml" Id="R1e5ca444f30b40f5" /><Relationship Type="http://schemas.openxmlformats.org/officeDocument/2006/relationships/slide" Target="/ppt/slides/slide7.xml" Id="R783bd3bf72ae4045" /><Relationship Type="http://schemas.openxmlformats.org/officeDocument/2006/relationships/slide" Target="/ppt/slides/slide8.xml" Id="R1bcf85fc037d44cd" /><Relationship Type="http://schemas.openxmlformats.org/officeDocument/2006/relationships/slide" Target="/ppt/slides/slide9.xml" Id="Rdc50220551004e29" /><Relationship Type="http://schemas.openxmlformats.org/officeDocument/2006/relationships/slide" Target="/ppt/slides/slide10.xml" Id="Ra40aae2dcc644129" /><Relationship Type="http://schemas.openxmlformats.org/officeDocument/2006/relationships/slide" Target="/ppt/slides/slide11.xml" Id="R3cb194a1acd943c6" /><Relationship Type="http://schemas.openxmlformats.org/officeDocument/2006/relationships/slide" Target="/ppt/slides/slide12.xml" Id="R02599848be7a473c" /><Relationship Type="http://schemas.openxmlformats.org/officeDocument/2006/relationships/slide" Target="/ppt/slides/slide13.xml" Id="Re274c36b25194562" /><Relationship Type="http://schemas.openxmlformats.org/officeDocument/2006/relationships/slide" Target="/ppt/slides/slide14.xml" Id="Rf694a4fd807146ef" /><Relationship Type="http://schemas.openxmlformats.org/officeDocument/2006/relationships/slide" Target="/ppt/slides/slide15.xml" Id="R7812e9b78afb4f4a" /><Relationship Type="http://schemas.openxmlformats.org/officeDocument/2006/relationships/slide" Target="/ppt/slides/slide16.xml" Id="Rdcbbdde047b7439a" /><Relationship Type="http://schemas.openxmlformats.org/officeDocument/2006/relationships/slide" Target="/ppt/slides/slide17.xml" Id="Re821fde4eeae4ce9" /><Relationship Type="http://schemas.openxmlformats.org/officeDocument/2006/relationships/slide" Target="/ppt/slides/slide18.xml" Id="Re57591cdc2954e54" /><Relationship Type="http://schemas.openxmlformats.org/officeDocument/2006/relationships/slide" Target="/ppt/slides/slide19.xml" Id="R25f84bbd822746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8c360ff139547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a1ce1220454576" /><Relationship Type="http://schemas.openxmlformats.org/officeDocument/2006/relationships/notesMaster" Target="/ppt/notesMasters/notesMaster1.xml" Id="R7f61f26a0f2441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5f4c5e3dfe43fa" /><Relationship Type="http://schemas.openxmlformats.org/officeDocument/2006/relationships/notesMaster" Target="/ppt/notesMasters/notesMaster1.xml" Id="Re53b091ae18642f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00d0fa6a054eb9" /><Relationship Type="http://schemas.openxmlformats.org/officeDocument/2006/relationships/notesMaster" Target="/ppt/notesMasters/notesMaster1.xml" Id="R652ffa671feb43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67ed68ebc24ab1" /><Relationship Type="http://schemas.openxmlformats.org/officeDocument/2006/relationships/notesMaster" Target="/ppt/notesMasters/notesMaster1.xml" Id="Rc0613ed6e34440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dba7c7220547c5" /><Relationship Type="http://schemas.openxmlformats.org/officeDocument/2006/relationships/notesMaster" Target="/ppt/notesMasters/notesMaster1.xml" Id="Rc9837d93c5b543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e9459daa044b44" /><Relationship Type="http://schemas.openxmlformats.org/officeDocument/2006/relationships/notesMaster" Target="/ppt/notesMasters/notesMaster1.xml" Id="Rf44b77fd2bae4f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4424a07a7e4058" /><Relationship Type="http://schemas.openxmlformats.org/officeDocument/2006/relationships/notesMaster" Target="/ppt/notesMasters/notesMaster1.xml" Id="R8954507c5e7a428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a8c08eaabe4a44" /><Relationship Type="http://schemas.openxmlformats.org/officeDocument/2006/relationships/notesMaster" Target="/ppt/notesMasters/notesMaster1.xml" Id="Rbcc02dc71d38454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2d363a230741dc" /><Relationship Type="http://schemas.openxmlformats.org/officeDocument/2006/relationships/notesMaster" Target="/ppt/notesMasters/notesMaster1.xml" Id="R676d73754ed04a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132329212c4bd4" /><Relationship Type="http://schemas.openxmlformats.org/officeDocument/2006/relationships/notesMaster" Target="/ppt/notesMasters/notesMaster1.xml" Id="Rd2ff2a563bd145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8acc82c2e8410f" /><Relationship Type="http://schemas.openxmlformats.org/officeDocument/2006/relationships/notesMaster" Target="/ppt/notesMasters/notesMaster1.xml" Id="R28a872bd3040454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724f9b007754f8b" /><Relationship Type="http://schemas.openxmlformats.org/officeDocument/2006/relationships/notesMaster" Target="/ppt/notesMasters/notesMaster1.xml" Id="R23e9f5549a2d4a3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0dc4ab72814598" /><Relationship Type="http://schemas.openxmlformats.org/officeDocument/2006/relationships/notesMaster" Target="/ppt/notesMasters/notesMaster1.xml" Id="Rddf0af85abef44f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a2ea26f73e4cbf" /><Relationship Type="http://schemas.openxmlformats.org/officeDocument/2006/relationships/notesMaster" Target="/ppt/notesMasters/notesMaster1.xml" Id="R6ba32c13b1db404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939b786b4074d4b" /><Relationship Type="http://schemas.openxmlformats.org/officeDocument/2006/relationships/notesMaster" Target="/ppt/notesMasters/notesMaster1.xml" Id="R15f1984882ec42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3699ccbd4a8433e" /><Relationship Type="http://schemas.openxmlformats.org/officeDocument/2006/relationships/notesMaster" Target="/ppt/notesMasters/notesMaster1.xml" Id="Rc7f1a6b9e407476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7be25c65a424057" /><Relationship Type="http://schemas.openxmlformats.org/officeDocument/2006/relationships/notesMaster" Target="/ppt/notesMasters/notesMaster1.xml" Id="Rdeaa2d59c35243a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8eb863f2cdc4564" /><Relationship Type="http://schemas.openxmlformats.org/officeDocument/2006/relationships/notesMaster" Target="/ppt/notesMasters/notesMaster1.xml" Id="Rc1fc11b938264c3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7526628aabc4cd0" /><Relationship Type="http://schemas.openxmlformats.org/officeDocument/2006/relationships/notesMaster" Target="/ppt/notesMasters/notesMaster1.xml" Id="R4a5dddd5f8b14b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This presentation translates the Green Pace secure development policy into repeatable implementation practices. It covers coding risks, layered safeguards, completed numeric safety tests, and a plan for maintaining the policy. Source: Foy, L. (2026). Green Pace secure development policy, Project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Green Pace needs a common baseline as the development team grows. The attack surface includes inputs, SQL queries, files, network interfaces, memory operations, and administrative endpoints. Assuming vulnerability means checking trust boundaries and failure paths rather than assuming internal input is safe. Independent layers reduce the chance that one defect compromises the entire system. The template illustration shows this defense-in-depth model. Source: Foy (2026), Overview and Core Principles.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 matrix uses the qualitative judgments already documented in Project One, rather than measured exploit probabilities. All ten coding standards appear by reference number. Unsafe strings, SQL injection, and use-after-free receive level 5 because they can permit memory corruption or unauthorized data changes. Unsafe conversions, signed arithmetic, and null dereferences are level 4. Assertions, numeric validation, and file failures are level 3. Catching exceptions by value is level 2. Automation includes compiler warnings, static analysis, sanitizers, and custom regression tests. Remediation effort is separate from severity. Source: Foy (2026), Risk Assessment and Summary of Risk Assessments.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Each abbreviated CPP identifier means STD-number-CPP and each SYS identifier means STD-number-SYS. These mappings reproduce the explicit principle mappings in Project One. Principle 3 applies through architecture and system standards even though no individual coding example explicitly maps to it. Principle 10 establishes the baseline for all ten coding standards, with explicit mappings beside four examples. Reviewers should trace each requirement to an implementation control and verification evidence. Source: Foy (2026), principle mapping tables.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 sequence is 004, 003, 005, 002, 001, 010, 008, 006, 009, and 007. Every standard retains its original Project One risk level. SQL injection leads the proposed same-level ordering because query construction can expose or modify records; actual application exposure may change this order. Low-cost checks can proceed in parallel with ownership or query refactoring. High-priority findings block release unless an approved exception records compensating controls and an expiration date. Sources: Foy (2026); SQLite (n.d.), Binding values to prepared statements, https://sqlite.org/c3ref/bind_blob.html.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At-rest policy specifies approved encryption with AES-256 where supported, restricted key management, scheduled rotation, and tested recovery. In-flight policy rejects plaintext credentials and invalid certificates. Storage encryption and TLS do not protect all plaintext in application memory. Confidential computing requires validation of actual protection and attestation support. Compensating controls reduce exposure but are not equivalent to encrypted processing. Sources: Foy (2026), STD-011–013-SYS; NIST (2019), SP 800-52 Rev. 2, https://doi.org/10.6028/NIST.SP.800-52r2.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Authentication verifies who is requesting access; authorization determines what that identity may do; accounting makes actions attributable. Approved password hashing replaces plaintext storage. Permission reviews and timely removal of access limit privilege accumulation. Green Pace already has operating-system, firewall, and anti-malware logs. Application and database events must extend those records, including account creation, permission changes, and sensitive access. Source: Foy (2026), Triple-A policies; NIST (2024), SP 800-171 Rev. 3, https://doi.org/10.6028/NIST.SP.800-171r3.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Test 1: SafeAdditionReturnsCorrectResult. The input is add_numbers&lt;int&gt;(10, 20, 1UL, result). Expected behavior is true; result = 30. The submitted screenshot confirms this named test passed in a six-test Google Test run on macOS using VS Code and C++17. EXPECT_TRUE or EXPECT_FALSE checks the status, while EXPECT_EQ checks the output. The slide abbreviates the assertion structure with success; the actual tests directly call the function. INT_MAX and INT_MIN mean std::numeric_limits&lt;int&gt;::max() and lowest(). Extend: test zero steps and repeated safe additions. These tests verify selected paths and do not establish that the generic templates are safe for every type or operand. The subtraction helper enforces a zero floor for its intended nonnegative domain, not general signed subtraction. Negative tests pass when rejection succeeds. Sources: Leonard Foy, supplied UnitTests.cpp and screenshot dated October 18, 2026; Google (n.d.), GoogleTest primer, https://google.github.io/googletest/primer.html.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Test 2: MaximumPlusZeroIsAccepted. The input is add_numbers&lt;int&gt;(INT_MAX, 0, 1UL, result). Expected behavior is true; result = INT_MAX. The submitted screenshot confirms this named test passed in a six-test Google Test run on macOS using VS Code and C++17. EXPECT_TRUE or EXPECT_FALSE checks the status, while EXPECT_EQ checks the output. The slide abbreviates the assertion structure with success; the actual tests directly call the function. INT_MAX and INT_MIN mean std::numeric_limits&lt;int&gt;::max() and lowest(). Extend: test INT_MIN plus zero and INT_MAX − 1 plus 1. These tests verify selected paths and do not establish that the generic templates are safe for every type or operand. The subtraction helper enforces a zero floor for its intended nonnegative domain, not general signed subtraction. Negative tests pass when rejection succeeds. Sources: Leonard Foy, supplied UnitTests.cpp and screenshot dated October 18, 2026; Google (n.d.), GoogleTest primer, https://google.github.io/googletest/primer.html.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Test 3: RejectsSignedOverflow. The input is add_numbers&lt;int&gt;(INT_MAX, 1, 1UL, result). Expected behavior is false; result remains INT_MAX. The submitted screenshot confirms this named test passed in a six-test Google Test run on macOS using VS Code and C++17. EXPECT_TRUE or EXPECT_FALSE checks the status, while EXPECT_EQ checks the output. The slide abbreviates the assertion structure with success; the actual tests directly call the function. INT_MAX and INT_MIN mean std::numeric_limits&lt;int&gt;::max() and lowest(). Extend: verify a later iteration rejects overflow; add UBSan. These tests verify selected paths and do not establish that the generic templates are safe for every type or operand. The subtraction helper enforces a zero floor for its intended nonnegative domain, not general signed subtraction. Negative tests pass when rejection succeeds. Sources: Leonard Foy, supplied UnitTests.cpp and screenshot dated October 18, 2026; Google (n.d.), GoogleTest primer, https://google.github.io/googletest/primer.html.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Test 4: RejectsSignedUnderflow. The input is add_numbers&lt;int&gt;(INT_MIN, -1, 1UL, result). Expected behavior is false; result remains INT_MIN. The submitted screenshot confirms this named test passed in a six-test Google Test run on macOS using VS Code and C++17. EXPECT_TRUE or EXPECT_FALSE checks the status, while EXPECT_EQ checks the output. The slide abbreviates the assertion structure with success; the actual tests directly call the function. INT_MAX and INT_MIN mean std::numeric_limits&lt;int&gt;::max() and lowest(). Extend: test mixed signs and negative increment boundaries. These tests verify selected paths and do not establish that the generic templates are safe for every type or operand. The subtraction helper enforces a zero floor for its intended nonnegative domain, not general signed subtraction. Negative tests pass when rejection succeeds. Sources: Leonard Foy, supplied UnitTests.cpp and screenshot dated October 18, 2026; Google (n.d.), GoogleTest primer, https://google.github.io/googletest/primer.html.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Test 5: SafeSubtractionReturnsCorrectResult. The input is subtract_numbers&lt;int&gt;(20, 10, 1UL, result). Expected behavior is true; result = 10. The submitted screenshot confirms this named test passed in a six-test Google Test run on macOS using VS Code and C++17. EXPECT_TRUE or EXPECT_FALSE checks the status, while EXPECT_EQ checks the output. The slide abbreviates the assertion structure with success; the actual tests directly call the function. INT_MAX and INT_MIN mean std::numeric_limits&lt;int&gt;::max() and lowest(). Extend: test an exact-zero result and repeated subtraction. These tests verify selected paths and do not establish that the generic templates are safe for every type or operand. The subtraction helper enforces a zero floor for its intended nonnegative domain, not general signed subtraction. Negative tests pass when rejection succeeds. Sources: Leonard Foy, supplied UnitTests.cpp and screenshot dated October 18, 2026; Google (n.d.), GoogleTest primer, https://google.github.io/googletest/primer.html.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Test 6: RejectsUnsignedWraparound. The input is subtract_numbers&lt;unsigned int&gt;(0U, 1U, 1UL, result). Expected behavior is false; result remains 0U. The submitted screenshot confirms this named test passed in a six-test Google Test run on macOS using VS Code and C++17. EXPECT_TRUE or EXPECT_FALSE checks the status, while EXPECT_EQ checks the output. The slide abbreviates the assertion structure with success; the actual tests directly call the function. INT_MAX and INT_MIN mean std::numeric_limits&lt;int&gt;::max() and lowest(). Extend: define operand constraints and test unsigned boundaries. These tests verify selected paths and do not establish that the generic templates are safe for every type or operand. The subtraction helper enforces a zero floor for its intended nonnegative domain, not general signed subtraction. Negative tests pass when rejection succeeds. Sources: Leonard Foy, supplied UnitTests.cpp and screenshot dated October 18, 2026; Google (n.d.), GoogleTest primer, https://google.github.io/googletest/primer.html.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 supplied DevSecOps illustration connects planning, development, testing, deployment, monitoring, and response. Security automation starts at build with compiler diagnostics and static checks, continues through regression tests and sanitizers, and extends into deployment configuration checks and production alerting. Findings feed the next planning cycle. The following slide assigns specific tools and evidence to these stages. Source: Foy (2026), Automation; supplied presentation template diagram.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Proposed baselines from the policy are GCC 12.5.0 and Clang 20.1.0. GCC warning flags include -Wall -Wextra -Wconversion -Wsign-conversion and -Wcatch-value=2. AddressSanitizer targets executed memory defects such as use-after-free and buffer errors. UBSan targets executed signed overflow and null misuse. Neither proves unexecuted paths safe. Custom query, release-validation, input, and file-failure tests still need implementation. Only the six numeric Google Tests are evidenced as completed here. Actual run used the macOS g++ command; this is not evidence of a GCC 12.5.0 or sanitizer run. Retain compiler identity, tool versions, commit ID, logs, and exception approvals. Sources: Foy (2026); LLVM Project (n.d.), AddressSanitizer, https://clang.llvm.org/docs/AddressSanitizer.html; Google (n.d.), GoogleTest primer.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Prioritize exposed high-severity paths first and parallelize low-cost fixes. For example, binding a username makes it data rather than SQL syntax, while regression tests verify exact-match results. Replacing raw ownership with unique_ptr reduces manual lifetime errors but requires review of any borrowed references. Waiting may be justified only with documented business rationale, compensating controls, a responsible owner, and a compliance date approved through policy. A check for non-null cannot establish that memory is still alive. Sources: Foy (2026); SQLite (n.d.), Binding values to prepared statements, https://sqlite.org/c3ref/bind_blob.html; LLVM Project (n.d.), AddressSanitizer.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Gap analysis distinguishes a written policy from verified implementation. The generic numeric helpers require explicit supported types and operand ranges. The subtraction helper is intended for nonnegative totals and decrements and is not a general-purpose signed subtraction library. Floating-point NaN, infinity, and precision behavior require separate rules. A practical memory-safety example is AddressSanitizer detecting a use-after-free when the defective path executes. A practical SQL example is a prepared query treating a quoted username as a bound value rather than executable syntax. Add tests for those examples, then retain evidence in CI. Sources: Foy (2026); SQLite, https://sqlite.org/c3ref/bind_blob.html; LLVM Project, https://clang.llvm.org/docs/AddressSanitizer.html.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Maintain the policy as a controlled document rather than a one-time assignment. Preserve version history and review at least annually, with additional reviews after relevant incidents and compliance or architecture changes. Require each change to identify affected standards and tests. Proposed measures include time to remediate findings, overdue exceptions, and the percentage of required controls with current evidence. The numeric tests demonstrate a start: prevent unsafe arithmetic, assert the expected outcome, and keep reproducible results. Source: Foy (2026), Audit Controls, Exceptions Process, and Policy Change Control.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 external references support the framework, memory testing, prepared SQL, and system security controls. Technical baselines and the ten coding risk assessments come from Project One. Test evidence is Leonard Foy’s supplied October 18, 2026 screenshot. Illustrations and Green Pace branding come from the instructor-provided PowerPoint template.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58bd30ee0f45d1" /><Relationship Type="http://schemas.openxmlformats.org/officeDocument/2006/relationships/image" Target="/ppt/media/image2.png" Id="R990763203daa4d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0d1360d2230477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e0738657c647f5" /><Relationship Type="http://schemas.openxmlformats.org/officeDocument/2006/relationships/image" Target="/ppt/media/image2.png" Id="Re54b7437bc534a4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66dc2bb4701464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3e921ebdce47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f503fddfc414ed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99ec7cb74f6547f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602e0b441a447f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dc661aeca694aa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9907e87d653436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cdfb7c027e34893" /><Relationship Type="http://schemas.openxmlformats.org/officeDocument/2006/relationships/image" Target="/ppt/media/image2.png" Id="R9ba568ff0827474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a9f8d3f0c690487c" /><Relationship Type="http://schemas.openxmlformats.org/officeDocument/2006/relationships/image" Target="/ppt/media/image2.png" Id="R9e8a208a74ca4f20"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9bff5beb930c435b" /><Relationship Type="http://schemas.openxmlformats.org/officeDocument/2006/relationships/image" Target="/ppt/media/image2.png" Id="R58922a01c2304cfd"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c507285cc1bb4683"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606194e45bdf41c5"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65bc0594ae904c19"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03329d4293eb4056" /><Relationship Type="http://schemas.openxmlformats.org/officeDocument/2006/relationships/image" Target="/ppt/media/image2.png" Id="R0a0110e2c3a1461b"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pic>
        <p:nvPicPr>
          <p:cNvPr id="13" name="Google Shape;13;p16">
            <a:extLst xmlns:a="http://schemas.openxmlformats.org/drawingml/2006/main">
              <a:ext uri="{FF2B5EF4-FFF2-40B4-BE49-F238E27FC236}">
                <a16:creationId xmlns:a16="http://schemas.microsoft.com/office/drawing/2014/main" id="{32B9363A-2B14-44C5-AD1D-203AD025A1A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90763203daa4ddc">
            <a:alphaModFix/>
          </a:blip>
          <a:srcRect xmlns:a="http://schemas.openxmlformats.org/drawingml/2006/main" l="0" t="0" r="0" b="0"/>
          <a:stretch xmlns:a="http://schemas.openxmlformats.org/drawingml/2006/main"/>
        </p:blipFill>
        <p:spPr>
          <a:xfrm xmlns:a="http://schemas.openxmlformats.org/drawingml/2006/main">
            <a:off x="0" y="4375150"/>
            <a:ext cx="12192000" cy="2482850"/>
          </a:xfrm>
          <a:prstGeom xmlns:a="http://schemas.openxmlformats.org/drawingml/2006/main" prst="rect">
            <a:avLst/>
          </a:prstGeom>
          <a:ln xmlns:a="http://schemas.openxmlformats.org/drawingml/2006/main">
            <a:noFill/>
          </a:ln>
        </p:spPr>
      </p:pic>
      <p:sp>
        <p:nvSpPr>
          <p:cNvPr id="14" name="Google Shape;14;p16">
            <a:extLst xmlns:a="http://schemas.openxmlformats.org/drawingml/2006/main">
              <a:ext uri="{FF2B5EF4-FFF2-40B4-BE49-F238E27FC236}">
                <a16:creationId xmlns:a16="http://schemas.microsoft.com/office/drawing/2014/main" id="{BA61F9EB-18B5-4692-91BD-E77949B3AB5C}"/>
              </a:ext>
            </a:extLst>
          </p:cNvPr>
          <p:cNvSpPr>
            <a:spLocks xmlns:a="http://schemas.openxmlformats.org/drawingml/2006/main" noGrp="1"/>
          </p:cNvSpPr>
          <p:nvPr>
            <p:ph type="ctrTitle" idx="0"/>
          </p:nvPr>
        </p:nvSpPr>
        <p:spPr>
          <a:xfrm xmlns:a="http://schemas.openxmlformats.org/drawingml/2006/main">
            <a:off x="1371600" y="1803405"/>
            <a:ext cx="9448800" cy="1825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lt1"/>
              </a:buClr>
              <a:buSzPts val="6000"/>
              <a:buFont typeface="Century Gothic"/>
              <a:buNone/>
              <a:defRPr sz="60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5" name="Google Shape;15;p16">
            <a:extLst xmlns:a="http://schemas.openxmlformats.org/drawingml/2006/main">
              <a:ext uri="{FF2B5EF4-FFF2-40B4-BE49-F238E27FC236}">
                <a16:creationId xmlns:a16="http://schemas.microsoft.com/office/drawing/2014/main" id="{AD0AC467-ABCF-4425-920E-6A54BCB11625}"/>
              </a:ext>
            </a:extLst>
          </p:cNvPr>
          <p:cNvSpPr>
            <a:spLocks xmlns:a="http://schemas.openxmlformats.org/drawingml/2006/main" noGrp="1"/>
          </p:cNvSpPr>
          <p:nvPr>
            <p:ph type="subTitle" idx="1"/>
          </p:nvPr>
        </p:nvSpPr>
        <p:spPr>
          <a:xfrm xmlns:a="http://schemas.openxmlformats.org/drawingml/2006/main">
            <a:off x="1371600" y="3632201"/>
            <a:ext cx="94488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lnSpc>
                <a:spcPct val="90000"/>
              </a:lnSpc>
              <a:spcBef>
                <a:spcPts val="1000"/>
              </a:spcBef>
              <a:spcAft>
                <a:spcPts val="0"/>
              </a:spcAft>
              <a:buClr>
                <a:schemeClr val="lt1"/>
              </a:buClr>
              <a:buSzPts val="2000"/>
              <a:buNone/>
              <a:defRPr sz="2000"/>
            </a:lvl1pPr>
            <a:lvl2pPr algn="ctr">
              <a:lnSpc>
                <a:spcPct val="90000"/>
              </a:lnSpc>
              <a:spcBef>
                <a:spcPts val="500"/>
              </a:spcBef>
              <a:spcAft>
                <a:spcPts val="0"/>
              </a:spcAft>
              <a:buClr>
                <a:schemeClr val="lt1"/>
              </a:buClr>
              <a:buSzPts val="2000"/>
              <a:buNone/>
              <a:defRPr sz="2000"/>
            </a:lvl2pPr>
            <a:lvl3pPr algn="ctr">
              <a:lnSpc>
                <a:spcPct val="90000"/>
              </a:lnSpc>
              <a:spcBef>
                <a:spcPts val="500"/>
              </a:spcBef>
              <a:spcAft>
                <a:spcPts val="0"/>
              </a:spcAft>
              <a:buClr>
                <a:schemeClr val="lt1"/>
              </a:buClr>
              <a:buSzPts val="1800"/>
              <a:buNone/>
              <a:defRPr sz="1800"/>
            </a:lvl3pPr>
            <a:lvl4pPr algn="ctr">
              <a:lnSpc>
                <a:spcPct val="90000"/>
              </a:lnSpc>
              <a:spcBef>
                <a:spcPts val="500"/>
              </a:spcBef>
              <a:spcAft>
                <a:spcPts val="0"/>
              </a:spcAft>
              <a:buClr>
                <a:schemeClr val="lt1"/>
              </a:buClr>
              <a:buSzPts val="1600"/>
              <a:buNone/>
              <a:defRPr sz="1600"/>
            </a:lvl4pPr>
            <a:lvl5pPr algn="ctr">
              <a:lnSpc>
                <a:spcPct val="90000"/>
              </a:lnSpc>
              <a:spcBef>
                <a:spcPts val="500"/>
              </a:spcBef>
              <a:spcAft>
                <a:spcPts val="0"/>
              </a:spcAft>
              <a:buClr>
                <a:schemeClr val="lt1"/>
              </a:buClr>
              <a:buSzPts val="1600"/>
              <a:buNone/>
              <a:defRPr sz="1600"/>
            </a:lvl5pPr>
            <a:lvl6pPr algn="ctr">
              <a:lnSpc>
                <a:spcPct val="90000"/>
              </a:lnSpc>
              <a:spcBef>
                <a:spcPts val="500"/>
              </a:spcBef>
              <a:spcAft>
                <a:spcPts val="0"/>
              </a:spcAft>
              <a:buClr>
                <a:schemeClr val="lt1"/>
              </a:buClr>
              <a:buSzPts val="1600"/>
              <a:buNone/>
              <a:defRPr sz="1600"/>
            </a:lvl6pPr>
            <a:lvl7pPr algn="ctr">
              <a:lnSpc>
                <a:spcPct val="90000"/>
              </a:lnSpc>
              <a:spcBef>
                <a:spcPts val="500"/>
              </a:spcBef>
              <a:spcAft>
                <a:spcPts val="0"/>
              </a:spcAft>
              <a:buClr>
                <a:schemeClr val="lt1"/>
              </a:buClr>
              <a:buSzPts val="1600"/>
              <a:buNone/>
              <a:defRPr sz="1600"/>
            </a:lvl7pPr>
            <a:lvl8pPr algn="ctr">
              <a:lnSpc>
                <a:spcPct val="90000"/>
              </a:lnSpc>
              <a:spcBef>
                <a:spcPts val="500"/>
              </a:spcBef>
              <a:spcAft>
                <a:spcPts val="0"/>
              </a:spcAft>
              <a:buClr>
                <a:schemeClr val="lt1"/>
              </a:buClr>
              <a:buSzPts val="1600"/>
              <a:buNone/>
              <a:defRPr sz="1600"/>
            </a:lvl8pPr>
            <a:lvl9pPr algn="ctr">
              <a:lnSpc>
                <a:spcPct val="90000"/>
              </a:lnSpc>
              <a:spcBef>
                <a:spcPts val="500"/>
              </a:spcBef>
              <a:spcAft>
                <a:spcPts val="0"/>
              </a:spcAft>
              <a:buClr>
                <a:schemeClr val="lt1"/>
              </a:buClr>
              <a:buSzPts val="1600"/>
              <a:buNone/>
              <a:defRPr sz="1600"/>
            </a:lvl9pPr>
          </a:lstStyle>
          <a:p xmlns:a="http://schemas.openxmlformats.org/drawingml/2006/main">
            <a:endParaRPr/>
          </a:p>
        </p:txBody>
      </p:sp>
      <p:sp>
        <p:nvSpPr>
          <p:cNvPr id="16" name="Google Shape;16;p16">
            <a:extLst xmlns:a="http://schemas.openxmlformats.org/drawingml/2006/main">
              <a:ext uri="{FF2B5EF4-FFF2-40B4-BE49-F238E27FC236}">
                <a16:creationId xmlns:a16="http://schemas.microsoft.com/office/drawing/2014/main" id="{992B5E45-3260-424E-9526-F98D4043A03D}"/>
              </a:ext>
            </a:extLst>
          </p:cNvPr>
          <p:cNvSpPr>
            <a:spLocks xmlns:a="http://schemas.openxmlformats.org/drawingml/2006/main" noGrp="1"/>
          </p:cNvSpPr>
          <p:nvPr>
            <p:ph type="dt" idx="10"/>
          </p:nvPr>
        </p:nvSpPr>
        <p:spPr>
          <a:xfrm xmlns:a="http://schemas.openxmlformats.org/drawingml/2006/main">
            <a:off x="7909561" y="4314328"/>
            <a:ext cx="2910840" cy="37464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7" name="Google Shape;17;p16">
            <a:extLst xmlns:a="http://schemas.openxmlformats.org/drawingml/2006/main">
              <a:ext uri="{FF2B5EF4-FFF2-40B4-BE49-F238E27FC236}">
                <a16:creationId xmlns:a16="http://schemas.microsoft.com/office/drawing/2014/main" id="{72209AAB-3630-4E62-BC99-05DECE7AD4DA}"/>
              </a:ext>
            </a:extLst>
          </p:cNvPr>
          <p:cNvSpPr>
            <a:spLocks xmlns:a="http://schemas.openxmlformats.org/drawingml/2006/main" noGrp="1"/>
          </p:cNvSpPr>
          <p:nvPr>
            <p:ph type="ftr" idx="11"/>
          </p:nvPr>
        </p:nvSpPr>
        <p:spPr>
          <a:xfrm xmlns:a="http://schemas.openxmlformats.org/drawingml/2006/main">
            <a:off x="1371600" y="4323845"/>
            <a:ext cx="64008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16">
            <a:extLst xmlns:a="http://schemas.openxmlformats.org/drawingml/2006/main">
              <a:ext uri="{FF2B5EF4-FFF2-40B4-BE49-F238E27FC236}">
                <a16:creationId xmlns:a16="http://schemas.microsoft.com/office/drawing/2014/main" id="{22A8AB75-AFCA-45F0-848C-AD1EED7DEB3E}"/>
              </a:ext>
            </a:extLst>
          </p:cNvPr>
          <p:cNvSpPr>
            <a:spLocks xmlns:a="http://schemas.openxmlformats.org/drawingml/2006/main" noGrp="1"/>
          </p:cNvSpPr>
          <p:nvPr>
            <p:ph type="sldNum" idx="12"/>
          </p:nvPr>
        </p:nvSpPr>
        <p:spPr>
          <a:xfrm xmlns:a="http://schemas.openxmlformats.org/drawingml/2006/main">
            <a:off x="8077200" y="1430866"/>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0" name="Google Shape;20;p17">
            <a:extLst xmlns:a="http://schemas.openxmlformats.org/drawingml/2006/main">
              <a:ext uri="{FF2B5EF4-FFF2-40B4-BE49-F238E27FC236}">
                <a16:creationId xmlns:a16="http://schemas.microsoft.com/office/drawing/2014/main" id="{75DD5CBA-3981-48A3-9DAE-3D24776B3816}"/>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r">
              <a:lnSpc>
                <a:spcPct val="9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17">
            <a:extLst xmlns:a="http://schemas.openxmlformats.org/drawingml/2006/main">
              <a:ext uri="{FF2B5EF4-FFF2-40B4-BE49-F238E27FC236}">
                <a16:creationId xmlns:a16="http://schemas.microsoft.com/office/drawing/2014/main" id="{8BDA5960-41B4-4FD1-8EEF-AD9B6F4E925E}"/>
              </a:ext>
            </a:extLst>
          </p:cNvPr>
          <p:cNvSpPr>
            <a:spLocks xmlns:a="http://schemas.openxmlformats.org/drawingml/2006/main" noGrp="1"/>
          </p:cNvSpPr>
          <p:nvPr>
            <p:ph type="body" idx="1"/>
          </p:nvPr>
        </p:nvSpPr>
        <p:spPr>
          <a:xfrm xmlns:a="http://schemas.openxmlformats.org/drawingml/2006/main">
            <a:off x="685800" y="2194560"/>
            <a:ext cx="10820400" cy="4024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xmlns:a="http://schemas.openxmlformats.org/drawingml/2006/main">
            <a:endParaRPr/>
          </a:p>
        </p:txBody>
      </p:sp>
      <p:sp>
        <p:nvSpPr>
          <p:cNvPr id="22" name="Google Shape;22;p17">
            <a:extLst xmlns:a="http://schemas.openxmlformats.org/drawingml/2006/main">
              <a:ext uri="{FF2B5EF4-FFF2-40B4-BE49-F238E27FC236}">
                <a16:creationId xmlns:a16="http://schemas.microsoft.com/office/drawing/2014/main" id="{EA4117B3-731A-454D-AFF2-58926D0CE809}"/>
              </a:ext>
            </a:extLst>
          </p:cNvPr>
          <p:cNvSpPr>
            <a:spLocks xmlns:a="http://schemas.openxmlformats.org/drawingml/2006/main" noGrp="1"/>
          </p:cNvSpPr>
          <p:nvPr>
            <p:ph type="dt" idx="10"/>
          </p:nvPr>
        </p:nvSpPr>
        <p:spPr>
          <a:xfrm xmlns:a="http://schemas.openxmlformats.org/drawingml/2006/main">
            <a:off x="8595360" y="6356350"/>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3" name="Google Shape;23;p17">
            <a:extLst xmlns:a="http://schemas.openxmlformats.org/drawingml/2006/main">
              <a:ext uri="{FF2B5EF4-FFF2-40B4-BE49-F238E27FC236}">
                <a16:creationId xmlns:a16="http://schemas.microsoft.com/office/drawing/2014/main" id="{6395B52C-AE1D-4A5C-B96E-3BAD628B4B60}"/>
              </a:ext>
            </a:extLst>
          </p:cNvPr>
          <p:cNvSpPr>
            <a:spLocks xmlns:a="http://schemas.openxmlformats.org/drawingml/2006/main" noGrp="1"/>
          </p:cNvSpPr>
          <p:nvPr>
            <p:ph type="ftr" idx="11"/>
          </p:nvPr>
        </p:nvSpPr>
        <p:spPr>
          <a:xfrm xmlns:a="http://schemas.openxmlformats.org/drawingml/2006/main">
            <a:off x="685800" y="6355845"/>
            <a:ext cx="7772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17">
            <a:extLst xmlns:a="http://schemas.openxmlformats.org/drawingml/2006/main">
              <a:ext uri="{FF2B5EF4-FFF2-40B4-BE49-F238E27FC236}">
                <a16:creationId xmlns:a16="http://schemas.microsoft.com/office/drawing/2014/main" id="{E9621182-7FE9-4209-A0AC-F8422093E3BD}"/>
              </a:ext>
            </a:extLst>
          </p:cNvPr>
          <p:cNvSpPr>
            <a:spLocks xmlns:a="http://schemas.openxmlformats.org/drawingml/2006/main" noGrp="1"/>
          </p:cNvSpPr>
          <p:nvPr>
            <p:ph type="sldNum" idx="12"/>
          </p:nvPr>
        </p:nvSpPr>
        <p:spPr>
          <a:xfrm xmlns:a="http://schemas.openxmlformats.org/drawingml/2006/main">
            <a:off x="8763000" y="38100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showMasterSp="0" matchingName="Section Header" type="secHead">
  <p:cSld name="SECTION_HEADER">
    <p:spTree>
      <p:nvGrpSpPr>
        <p:cNvPr id="1" name=""/>
        <p:cNvGrpSpPr/>
        <p:nvPr/>
      </p:nvGrpSpPr>
      <p:grpSpPr>
        <a:xfrm xmlns:a="http://schemas.openxmlformats.org/drawingml/2006/main"/>
      </p:grpSpPr>
      <p:pic>
        <p:nvPicPr>
          <p:cNvPr id="26" name="Google Shape;26;p18">
            <a:extLst xmlns:a="http://schemas.openxmlformats.org/drawingml/2006/main">
              <a:ext uri="{FF2B5EF4-FFF2-40B4-BE49-F238E27FC236}">
                <a16:creationId xmlns:a16="http://schemas.microsoft.com/office/drawing/2014/main" id="{B90B0F8A-0C26-4BFD-A100-1EC9A528EA8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54b7437bc534a41">
            <a:alphaModFix/>
          </a:blip>
          <a:srcRect xmlns:a="http://schemas.openxmlformats.org/drawingml/2006/main" l="0" t="0" r="0" b="0"/>
          <a:stretch xmlns:a="http://schemas.openxmlformats.org/drawingml/2006/main"/>
        </p:blipFill>
        <p:spPr>
          <a:xfrm xmlns:a="http://schemas.openxmlformats.org/drawingml/2006/main">
            <a:off x="0" y="4375150"/>
            <a:ext cx="12192000" cy="2482850"/>
          </a:xfrm>
          <a:prstGeom xmlns:a="http://schemas.openxmlformats.org/drawingml/2006/main" prst="rect">
            <a:avLst/>
          </a:prstGeom>
          <a:ln xmlns:a="http://schemas.openxmlformats.org/drawingml/2006/main">
            <a:noFill/>
          </a:ln>
        </p:spPr>
      </p:pic>
      <p:sp>
        <p:nvSpPr>
          <p:cNvPr id="27" name="Google Shape;27;p18">
            <a:extLst xmlns:a="http://schemas.openxmlformats.org/drawingml/2006/main">
              <a:ext uri="{FF2B5EF4-FFF2-40B4-BE49-F238E27FC236}">
                <a16:creationId xmlns:a16="http://schemas.microsoft.com/office/drawing/2014/main" id="{33D4D71D-BCE1-4255-A208-E1851865E543}"/>
              </a:ext>
            </a:extLst>
          </p:cNvPr>
          <p:cNvSpPr>
            <a:spLocks xmlns:a="http://schemas.openxmlformats.org/drawingml/2006/main" noGrp="1"/>
          </p:cNvSpPr>
          <p:nvPr>
            <p:ph type="title" idx="0"/>
          </p:nvPr>
        </p:nvSpPr>
        <p:spPr>
          <a:xfrm xmlns:a="http://schemas.openxmlformats.org/drawingml/2006/main">
            <a:off x="685800" y="753533"/>
            <a:ext cx="10820399" cy="28019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r">
              <a:lnSpc>
                <a:spcPct val="90000"/>
              </a:lnSpc>
              <a:spcBef>
                <a:spcPts val="0"/>
              </a:spcBef>
              <a:spcAft>
                <a:spcPts val="0"/>
              </a:spcAft>
              <a:buClr>
                <a:schemeClr val="lt1"/>
              </a:buClr>
              <a:buSzPts val="4000"/>
              <a:buFont typeface="Century Gothic"/>
              <a:buNone/>
              <a:defRPr sz="40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8" name="Google Shape;28;p18">
            <a:extLst xmlns:a="http://schemas.openxmlformats.org/drawingml/2006/main">
              <a:ext uri="{FF2B5EF4-FFF2-40B4-BE49-F238E27FC236}">
                <a16:creationId xmlns:a16="http://schemas.microsoft.com/office/drawing/2014/main" id="{ADCEE05E-2FAA-4261-9D1A-359560E30D1C}"/>
              </a:ext>
            </a:extLst>
          </p:cNvPr>
          <p:cNvSpPr>
            <a:spLocks xmlns:a="http://schemas.openxmlformats.org/drawingml/2006/main" noGrp="1"/>
          </p:cNvSpPr>
          <p:nvPr>
            <p:ph type="body" idx="1"/>
          </p:nvPr>
        </p:nvSpPr>
        <p:spPr>
          <a:xfrm xmlns:a="http://schemas.openxmlformats.org/drawingml/2006/main">
            <a:off x="1024467" y="3641725"/>
            <a:ext cx="10490200" cy="955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r">
              <a:lnSpc>
                <a:spcPct val="90000"/>
              </a:lnSpc>
              <a:spcBef>
                <a:spcPts val="1000"/>
              </a:spcBef>
              <a:spcAft>
                <a:spcPts val="0"/>
              </a:spcAft>
              <a:buClr>
                <a:schemeClr val="lt1"/>
              </a:buClr>
              <a:buSzPts val="2200"/>
              <a:buNone/>
              <a:defRPr sz="2200">
                <a:solidFill>
                  <a:schemeClr val="lt1"/>
                </a:solidFill>
              </a:defRPr>
            </a:lvl1pPr>
            <a:lvl2pPr marL="914400" indent="-228600" algn="l">
              <a:lnSpc>
                <a:spcPct val="90000"/>
              </a:lnSpc>
              <a:spcBef>
                <a:spcPts val="500"/>
              </a:spcBef>
              <a:spcAft>
                <a:spcPts val="0"/>
              </a:spcAft>
              <a:buClr>
                <a:schemeClr val="lt1"/>
              </a:buClr>
              <a:buSzPts val="2000"/>
              <a:buNone/>
              <a:defRPr sz="2000">
                <a:solidFill>
                  <a:schemeClr val="lt1"/>
                </a:solidFill>
              </a:defRPr>
            </a:lvl2pPr>
            <a:lvl3pPr marL="1371600" indent="-228600" algn="l">
              <a:lnSpc>
                <a:spcPct val="90000"/>
              </a:lnSpc>
              <a:spcBef>
                <a:spcPts val="500"/>
              </a:spcBef>
              <a:spcAft>
                <a:spcPts val="0"/>
              </a:spcAft>
              <a:buClr>
                <a:schemeClr val="lt1"/>
              </a:buClr>
              <a:buSzPts val="1800"/>
              <a:buNone/>
              <a:defRPr sz="1800">
                <a:solidFill>
                  <a:schemeClr val="lt1"/>
                </a:solidFill>
              </a:defRPr>
            </a:lvl3pPr>
            <a:lvl4pPr marL="1828800" indent="-228600" algn="l">
              <a:lnSpc>
                <a:spcPct val="90000"/>
              </a:lnSpc>
              <a:spcBef>
                <a:spcPts val="500"/>
              </a:spcBef>
              <a:spcAft>
                <a:spcPts val="0"/>
              </a:spcAft>
              <a:buClr>
                <a:schemeClr val="lt1"/>
              </a:buClr>
              <a:buSzPts val="1600"/>
              <a:buNone/>
              <a:defRPr sz="1600">
                <a:solidFill>
                  <a:schemeClr val="lt1"/>
                </a:solidFill>
              </a:defRPr>
            </a:lvl4pPr>
            <a:lvl5pPr marL="2286000" indent="-228600" algn="l">
              <a:lnSpc>
                <a:spcPct val="90000"/>
              </a:lnSpc>
              <a:spcBef>
                <a:spcPts val="500"/>
              </a:spcBef>
              <a:spcAft>
                <a:spcPts val="0"/>
              </a:spcAft>
              <a:buClr>
                <a:schemeClr val="lt1"/>
              </a:buClr>
              <a:buSzPts val="1600"/>
              <a:buNone/>
              <a:defRPr sz="1600">
                <a:solidFill>
                  <a:schemeClr val="lt1"/>
                </a:solidFill>
              </a:defRPr>
            </a:lvl5pPr>
            <a:lvl6pPr marL="2743200" indent="-228600" algn="l">
              <a:lnSpc>
                <a:spcPct val="90000"/>
              </a:lnSpc>
              <a:spcBef>
                <a:spcPts val="500"/>
              </a:spcBef>
              <a:spcAft>
                <a:spcPts val="0"/>
              </a:spcAft>
              <a:buClr>
                <a:schemeClr val="lt1"/>
              </a:buClr>
              <a:buSzPts val="1600"/>
              <a:buNone/>
              <a:defRPr sz="1600">
                <a:solidFill>
                  <a:schemeClr val="lt1"/>
                </a:solidFill>
              </a:defRPr>
            </a:lvl6pPr>
            <a:lvl7pPr marL="3200400" indent="-228600" algn="l">
              <a:lnSpc>
                <a:spcPct val="90000"/>
              </a:lnSpc>
              <a:spcBef>
                <a:spcPts val="500"/>
              </a:spcBef>
              <a:spcAft>
                <a:spcPts val="0"/>
              </a:spcAft>
              <a:buClr>
                <a:schemeClr val="lt1"/>
              </a:buClr>
              <a:buSzPts val="1600"/>
              <a:buNone/>
              <a:defRPr sz="1600">
                <a:solidFill>
                  <a:schemeClr val="lt1"/>
                </a:solidFill>
              </a:defRPr>
            </a:lvl7pPr>
            <a:lvl8pPr marL="3657600" indent="-228600" algn="l">
              <a:lnSpc>
                <a:spcPct val="90000"/>
              </a:lnSpc>
              <a:spcBef>
                <a:spcPts val="500"/>
              </a:spcBef>
              <a:spcAft>
                <a:spcPts val="0"/>
              </a:spcAft>
              <a:buClr>
                <a:schemeClr val="lt1"/>
              </a:buClr>
              <a:buSzPts val="1600"/>
              <a:buNone/>
              <a:defRPr sz="1600">
                <a:solidFill>
                  <a:schemeClr val="lt1"/>
                </a:solidFill>
              </a:defRPr>
            </a:lvl8pPr>
            <a:lvl9pPr marL="4114800" indent="-228600" algn="l">
              <a:lnSpc>
                <a:spcPct val="90000"/>
              </a:lnSpc>
              <a:spcBef>
                <a:spcPts val="500"/>
              </a:spcBef>
              <a:spcAft>
                <a:spcPts val="0"/>
              </a:spcAft>
              <a:buClr>
                <a:schemeClr val="lt1"/>
              </a:buClr>
              <a:buSzPts val="1600"/>
              <a:buNone/>
              <a:defRPr sz="1600">
                <a:solidFill>
                  <a:schemeClr val="lt1"/>
                </a:solidFill>
              </a:defRPr>
            </a:lvl9pPr>
          </a:lstStyle>
          <a:p xmlns:a="http://schemas.openxmlformats.org/drawingml/2006/main">
            <a:endParaRPr/>
          </a:p>
        </p:txBody>
      </p:sp>
      <p:sp>
        <p:nvSpPr>
          <p:cNvPr id="29" name="Google Shape;29;p18">
            <a:extLst xmlns:a="http://schemas.openxmlformats.org/drawingml/2006/main">
              <a:ext uri="{FF2B5EF4-FFF2-40B4-BE49-F238E27FC236}">
                <a16:creationId xmlns:a16="http://schemas.microsoft.com/office/drawing/2014/main" id="{6B127978-66F7-4ECA-85E3-177636B8E1EF}"/>
              </a:ext>
            </a:extLst>
          </p:cNvPr>
          <p:cNvSpPr>
            <a:spLocks xmlns:a="http://schemas.openxmlformats.org/drawingml/2006/main" noGrp="1"/>
          </p:cNvSpPr>
          <p:nvPr>
            <p:ph type="dt" idx="10"/>
          </p:nvPr>
        </p:nvSpPr>
        <p:spPr>
          <a:xfrm xmlns:a="http://schemas.openxmlformats.org/drawingml/2006/main">
            <a:off x="7814452" y="381000"/>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18">
            <a:extLst xmlns:a="http://schemas.openxmlformats.org/drawingml/2006/main">
              <a:ext uri="{FF2B5EF4-FFF2-40B4-BE49-F238E27FC236}">
                <a16:creationId xmlns:a16="http://schemas.microsoft.com/office/drawing/2014/main" id="{C1C62416-D5D7-4A68-B520-98727D881126}"/>
              </a:ext>
            </a:extLst>
          </p:cNvPr>
          <p:cNvSpPr>
            <a:spLocks xmlns:a="http://schemas.openxmlformats.org/drawingml/2006/main" noGrp="1"/>
          </p:cNvSpPr>
          <p:nvPr>
            <p:ph type="ftr" idx="11"/>
          </p:nvPr>
        </p:nvSpPr>
        <p:spPr>
          <a:xfrm xmlns:a="http://schemas.openxmlformats.org/drawingml/2006/main">
            <a:off x="685800" y="381001"/>
            <a:ext cx="6991492" cy="3640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1" name="Google Shape;31;p18">
            <a:extLst xmlns:a="http://schemas.openxmlformats.org/drawingml/2006/main">
              <a:ext uri="{FF2B5EF4-FFF2-40B4-BE49-F238E27FC236}">
                <a16:creationId xmlns:a16="http://schemas.microsoft.com/office/drawing/2014/main" id="{8B006C87-8144-4862-8793-95912DB1FB32}"/>
              </a:ext>
            </a:extLst>
          </p:cNvPr>
          <p:cNvSpPr>
            <a:spLocks xmlns:a="http://schemas.openxmlformats.org/drawingml/2006/main" noGrp="1"/>
          </p:cNvSpPr>
          <p:nvPr>
            <p:ph type="sldNum" idx="12"/>
          </p:nvPr>
        </p:nvSpPr>
        <p:spPr>
          <a:xfrm xmlns:a="http://schemas.openxmlformats.org/drawingml/2006/main">
            <a:off x="10862452" y="381000"/>
            <a:ext cx="643748"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3" name="Google Shape;33;p19">
            <a:extLst xmlns:a="http://schemas.openxmlformats.org/drawingml/2006/main">
              <a:ext uri="{FF2B5EF4-FFF2-40B4-BE49-F238E27FC236}">
                <a16:creationId xmlns:a16="http://schemas.microsoft.com/office/drawing/2014/main" id="{664226E0-2088-4CE3-8FD7-AA260347FAB2}"/>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r">
              <a:lnSpc>
                <a:spcPct val="9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19">
            <a:extLst xmlns:a="http://schemas.openxmlformats.org/drawingml/2006/main">
              <a:ext uri="{FF2B5EF4-FFF2-40B4-BE49-F238E27FC236}">
                <a16:creationId xmlns:a16="http://schemas.microsoft.com/office/drawing/2014/main" id="{3983EE30-18E3-4C8B-9243-7E093D61BE84}"/>
              </a:ext>
            </a:extLst>
          </p:cNvPr>
          <p:cNvSpPr>
            <a:spLocks xmlns:a="http://schemas.openxmlformats.org/drawingml/2006/main" noGrp="1"/>
          </p:cNvSpPr>
          <p:nvPr>
            <p:ph type="body" idx="1"/>
          </p:nvPr>
        </p:nvSpPr>
        <p:spPr>
          <a:xfrm xmlns:a="http://schemas.openxmlformats.org/drawingml/2006/main">
            <a:off x="685800" y="2194559"/>
            <a:ext cx="5334000" cy="4024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xmlns:a="http://schemas.openxmlformats.org/drawingml/2006/main">
            <a:endParaRPr/>
          </a:p>
        </p:txBody>
      </p:sp>
      <p:sp>
        <p:nvSpPr>
          <p:cNvPr id="35" name="Google Shape;35;p19">
            <a:extLst xmlns:a="http://schemas.openxmlformats.org/drawingml/2006/main">
              <a:ext uri="{FF2B5EF4-FFF2-40B4-BE49-F238E27FC236}">
                <a16:creationId xmlns:a16="http://schemas.microsoft.com/office/drawing/2014/main" id="{7AFB4A27-DB41-4B45-A703-C75B312A97B3}"/>
              </a:ext>
            </a:extLst>
          </p:cNvPr>
          <p:cNvSpPr>
            <a:spLocks xmlns:a="http://schemas.openxmlformats.org/drawingml/2006/main" noGrp="1"/>
          </p:cNvSpPr>
          <p:nvPr>
            <p:ph type="body" idx="2"/>
          </p:nvPr>
        </p:nvSpPr>
        <p:spPr>
          <a:xfrm xmlns:a="http://schemas.openxmlformats.org/drawingml/2006/main">
            <a:off x="6172200" y="2194559"/>
            <a:ext cx="5334000" cy="4024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xmlns:a="http://schemas.openxmlformats.org/drawingml/2006/main">
            <a:endParaRPr/>
          </a:p>
        </p:txBody>
      </p:sp>
      <p:sp>
        <p:nvSpPr>
          <p:cNvPr id="36" name="Google Shape;36;p19">
            <a:extLst xmlns:a="http://schemas.openxmlformats.org/drawingml/2006/main">
              <a:ext uri="{FF2B5EF4-FFF2-40B4-BE49-F238E27FC236}">
                <a16:creationId xmlns:a16="http://schemas.microsoft.com/office/drawing/2014/main" id="{D0C54A6C-C2E2-40AA-BA66-EDBFB7F91760}"/>
              </a:ext>
            </a:extLst>
          </p:cNvPr>
          <p:cNvSpPr>
            <a:spLocks xmlns:a="http://schemas.openxmlformats.org/drawingml/2006/main" noGrp="1"/>
          </p:cNvSpPr>
          <p:nvPr>
            <p:ph type="dt" idx="10"/>
          </p:nvPr>
        </p:nvSpPr>
        <p:spPr>
          <a:xfrm xmlns:a="http://schemas.openxmlformats.org/drawingml/2006/main">
            <a:off x="8595360" y="6356350"/>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19">
            <a:extLst xmlns:a="http://schemas.openxmlformats.org/drawingml/2006/main">
              <a:ext uri="{FF2B5EF4-FFF2-40B4-BE49-F238E27FC236}">
                <a16:creationId xmlns:a16="http://schemas.microsoft.com/office/drawing/2014/main" id="{7F2277E0-99B7-4626-AAA4-282AE3483346}"/>
              </a:ext>
            </a:extLst>
          </p:cNvPr>
          <p:cNvSpPr>
            <a:spLocks xmlns:a="http://schemas.openxmlformats.org/drawingml/2006/main" noGrp="1"/>
          </p:cNvSpPr>
          <p:nvPr>
            <p:ph type="ftr" idx="11"/>
          </p:nvPr>
        </p:nvSpPr>
        <p:spPr>
          <a:xfrm xmlns:a="http://schemas.openxmlformats.org/drawingml/2006/main">
            <a:off x="685800" y="6355845"/>
            <a:ext cx="7772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8" name="Google Shape;38;p19">
            <a:extLst xmlns:a="http://schemas.openxmlformats.org/drawingml/2006/main">
              <a:ext uri="{FF2B5EF4-FFF2-40B4-BE49-F238E27FC236}">
                <a16:creationId xmlns:a16="http://schemas.microsoft.com/office/drawing/2014/main" id="{2FA84D4A-0100-466E-B656-68DC4A33D369}"/>
              </a:ext>
            </a:extLst>
          </p:cNvPr>
          <p:cNvSpPr>
            <a:spLocks xmlns:a="http://schemas.openxmlformats.org/drawingml/2006/main" noGrp="1"/>
          </p:cNvSpPr>
          <p:nvPr>
            <p:ph type="sldNum" idx="12"/>
          </p:nvPr>
        </p:nvSpPr>
        <p:spPr>
          <a:xfrm xmlns:a="http://schemas.openxmlformats.org/drawingml/2006/main">
            <a:off x="8763000" y="38100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0" name="Google Shape;40;p20">
            <a:extLst xmlns:a="http://schemas.openxmlformats.org/drawingml/2006/main">
              <a:ext uri="{FF2B5EF4-FFF2-40B4-BE49-F238E27FC236}">
                <a16:creationId xmlns:a16="http://schemas.microsoft.com/office/drawing/2014/main" id="{520A7EF8-0611-4F25-90FC-E359210695D6}"/>
              </a:ext>
            </a:extLst>
          </p:cNvPr>
          <p:cNvSpPr>
            <a:spLocks xmlns:a="http://schemas.openxmlformats.org/drawingml/2006/main" noGrp="1"/>
          </p:cNvSpPr>
          <p:nvPr>
            <p:ph type="title" idx="0"/>
          </p:nvPr>
        </p:nvSpPr>
        <p:spPr>
          <a:xfrm xmlns:a="http://schemas.openxmlformats.org/drawingml/2006/main">
            <a:off x="2895600" y="762000"/>
            <a:ext cx="8610600" cy="129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r">
              <a:lnSpc>
                <a:spcPct val="9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20">
            <a:extLst xmlns:a="http://schemas.openxmlformats.org/drawingml/2006/main">
              <a:ext uri="{FF2B5EF4-FFF2-40B4-BE49-F238E27FC236}">
                <a16:creationId xmlns:a16="http://schemas.microsoft.com/office/drawing/2014/main" id="{F15B6244-03D5-4827-95AB-E693DD15586D}"/>
              </a:ext>
            </a:extLst>
          </p:cNvPr>
          <p:cNvSpPr>
            <a:spLocks xmlns:a="http://schemas.openxmlformats.org/drawingml/2006/main" noGrp="1"/>
          </p:cNvSpPr>
          <p:nvPr>
            <p:ph type="body" idx="1"/>
          </p:nvPr>
        </p:nvSpPr>
        <p:spPr>
          <a:xfrm xmlns:a="http://schemas.openxmlformats.org/drawingml/2006/main">
            <a:off x="914409" y="2183802"/>
            <a:ext cx="5079991" cy="823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90000"/>
              </a:lnSpc>
              <a:spcBef>
                <a:spcPts val="1000"/>
              </a:spcBef>
              <a:spcAft>
                <a:spcPts val="0"/>
              </a:spcAft>
              <a:buClr>
                <a:schemeClr val="lt1"/>
              </a:buClr>
              <a:buSzPts val="2800"/>
              <a:buNone/>
              <a:defRPr sz="28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xmlns:a="http://schemas.openxmlformats.org/drawingml/2006/main">
            <a:endParaRPr/>
          </a:p>
        </p:txBody>
      </p:sp>
      <p:sp>
        <p:nvSpPr>
          <p:cNvPr id="42" name="Google Shape;42;p20">
            <a:extLst xmlns:a="http://schemas.openxmlformats.org/drawingml/2006/main">
              <a:ext uri="{FF2B5EF4-FFF2-40B4-BE49-F238E27FC236}">
                <a16:creationId xmlns:a16="http://schemas.microsoft.com/office/drawing/2014/main" id="{45245EF7-DBDB-4640-BD7D-79FC5F7A6908}"/>
              </a:ext>
            </a:extLst>
          </p:cNvPr>
          <p:cNvSpPr>
            <a:spLocks xmlns:a="http://schemas.openxmlformats.org/drawingml/2006/main" noGrp="1"/>
          </p:cNvSpPr>
          <p:nvPr>
            <p:ph type="body" idx="2"/>
          </p:nvPr>
        </p:nvSpPr>
        <p:spPr>
          <a:xfrm xmlns:a="http://schemas.openxmlformats.org/drawingml/2006/main">
            <a:off x="685800" y="3132666"/>
            <a:ext cx="5311775" cy="30860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xmlns:a="http://schemas.openxmlformats.org/drawingml/2006/main">
            <a:endParaRPr/>
          </a:p>
        </p:txBody>
      </p:sp>
      <p:sp>
        <p:nvSpPr>
          <p:cNvPr id="43" name="Google Shape;43;p20">
            <a:extLst xmlns:a="http://schemas.openxmlformats.org/drawingml/2006/main">
              <a:ext uri="{FF2B5EF4-FFF2-40B4-BE49-F238E27FC236}">
                <a16:creationId xmlns:a16="http://schemas.microsoft.com/office/drawing/2014/main" id="{134958FC-6854-4B0D-9B17-0213DE18A6AC}"/>
              </a:ext>
            </a:extLst>
          </p:cNvPr>
          <p:cNvSpPr>
            <a:spLocks xmlns:a="http://schemas.openxmlformats.org/drawingml/2006/main" noGrp="1"/>
          </p:cNvSpPr>
          <p:nvPr>
            <p:ph type="body" idx="3"/>
          </p:nvPr>
        </p:nvSpPr>
        <p:spPr>
          <a:xfrm xmlns:a="http://schemas.openxmlformats.org/drawingml/2006/main">
            <a:off x="6400800" y="2183802"/>
            <a:ext cx="5105400" cy="8239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90000"/>
              </a:lnSpc>
              <a:spcBef>
                <a:spcPts val="1000"/>
              </a:spcBef>
              <a:spcAft>
                <a:spcPts val="0"/>
              </a:spcAft>
              <a:buClr>
                <a:schemeClr val="lt1"/>
              </a:buClr>
              <a:buSzPts val="2800"/>
              <a:buNone/>
              <a:defRPr sz="28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xmlns:a="http://schemas.openxmlformats.org/drawingml/2006/main">
            <a:endParaRPr/>
          </a:p>
        </p:txBody>
      </p:sp>
      <p:sp>
        <p:nvSpPr>
          <p:cNvPr id="44" name="Google Shape;44;p20">
            <a:extLst xmlns:a="http://schemas.openxmlformats.org/drawingml/2006/main">
              <a:ext uri="{FF2B5EF4-FFF2-40B4-BE49-F238E27FC236}">
                <a16:creationId xmlns:a16="http://schemas.microsoft.com/office/drawing/2014/main" id="{31C23AD7-9F0E-4439-81DC-35C849BEE34F}"/>
              </a:ext>
            </a:extLst>
          </p:cNvPr>
          <p:cNvSpPr>
            <a:spLocks xmlns:a="http://schemas.openxmlformats.org/drawingml/2006/main" noGrp="1"/>
          </p:cNvSpPr>
          <p:nvPr>
            <p:ph type="body" idx="4"/>
          </p:nvPr>
        </p:nvSpPr>
        <p:spPr>
          <a:xfrm xmlns:a="http://schemas.openxmlformats.org/drawingml/2006/main">
            <a:off x="6172200" y="3132666"/>
            <a:ext cx="5334000" cy="308601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xmlns:a="http://schemas.openxmlformats.org/drawingml/2006/main">
            <a:endParaRPr/>
          </a:p>
        </p:txBody>
      </p:sp>
      <p:sp>
        <p:nvSpPr>
          <p:cNvPr id="45" name="Google Shape;45;p20">
            <a:extLst xmlns:a="http://schemas.openxmlformats.org/drawingml/2006/main">
              <a:ext uri="{FF2B5EF4-FFF2-40B4-BE49-F238E27FC236}">
                <a16:creationId xmlns:a16="http://schemas.microsoft.com/office/drawing/2014/main" id="{99D31663-CD20-4086-A4BA-9E3D21B3E726}"/>
              </a:ext>
            </a:extLst>
          </p:cNvPr>
          <p:cNvSpPr>
            <a:spLocks xmlns:a="http://schemas.openxmlformats.org/drawingml/2006/main" noGrp="1"/>
          </p:cNvSpPr>
          <p:nvPr>
            <p:ph type="dt" idx="10"/>
          </p:nvPr>
        </p:nvSpPr>
        <p:spPr>
          <a:xfrm xmlns:a="http://schemas.openxmlformats.org/drawingml/2006/main">
            <a:off x="8595360" y="6356350"/>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6" name="Google Shape;46;p20">
            <a:extLst xmlns:a="http://schemas.openxmlformats.org/drawingml/2006/main">
              <a:ext uri="{FF2B5EF4-FFF2-40B4-BE49-F238E27FC236}">
                <a16:creationId xmlns:a16="http://schemas.microsoft.com/office/drawing/2014/main" id="{76006919-03ED-4240-A557-4FEB3A1305B2}"/>
              </a:ext>
            </a:extLst>
          </p:cNvPr>
          <p:cNvSpPr>
            <a:spLocks xmlns:a="http://schemas.openxmlformats.org/drawingml/2006/main" noGrp="1"/>
          </p:cNvSpPr>
          <p:nvPr>
            <p:ph type="ftr" idx="11"/>
          </p:nvPr>
        </p:nvSpPr>
        <p:spPr>
          <a:xfrm xmlns:a="http://schemas.openxmlformats.org/drawingml/2006/main">
            <a:off x="685800" y="6355845"/>
            <a:ext cx="7772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7" name="Google Shape;47;p20">
            <a:extLst xmlns:a="http://schemas.openxmlformats.org/drawingml/2006/main">
              <a:ext uri="{FF2B5EF4-FFF2-40B4-BE49-F238E27FC236}">
                <a16:creationId xmlns:a16="http://schemas.microsoft.com/office/drawing/2014/main" id="{3236C6DF-8E11-440B-BD9B-EA35AB911DE1}"/>
              </a:ext>
            </a:extLst>
          </p:cNvPr>
          <p:cNvSpPr>
            <a:spLocks xmlns:a="http://schemas.openxmlformats.org/drawingml/2006/main" noGrp="1"/>
          </p:cNvSpPr>
          <p:nvPr>
            <p:ph type="sldNum" idx="12"/>
          </p:nvPr>
        </p:nvSpPr>
        <p:spPr>
          <a:xfrm xmlns:a="http://schemas.openxmlformats.org/drawingml/2006/main">
            <a:off x="8763000" y="38100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49" name="Google Shape;49;p21">
            <a:extLst xmlns:a="http://schemas.openxmlformats.org/drawingml/2006/main">
              <a:ext uri="{FF2B5EF4-FFF2-40B4-BE49-F238E27FC236}">
                <a16:creationId xmlns:a16="http://schemas.microsoft.com/office/drawing/2014/main" id="{A863BC99-F5FE-4496-8493-8515B203CE11}"/>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r">
              <a:lnSpc>
                <a:spcPct val="9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0" name="Google Shape;50;p21">
            <a:extLst xmlns:a="http://schemas.openxmlformats.org/drawingml/2006/main">
              <a:ext uri="{FF2B5EF4-FFF2-40B4-BE49-F238E27FC236}">
                <a16:creationId xmlns:a16="http://schemas.microsoft.com/office/drawing/2014/main" id="{4BD486AC-447C-45A5-AA78-0C4E8E220E2D}"/>
              </a:ext>
            </a:extLst>
          </p:cNvPr>
          <p:cNvSpPr>
            <a:spLocks xmlns:a="http://schemas.openxmlformats.org/drawingml/2006/main" noGrp="1"/>
          </p:cNvSpPr>
          <p:nvPr>
            <p:ph type="dt" idx="10"/>
          </p:nvPr>
        </p:nvSpPr>
        <p:spPr>
          <a:xfrm xmlns:a="http://schemas.openxmlformats.org/drawingml/2006/main">
            <a:off x="8595360" y="6356350"/>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21">
            <a:extLst xmlns:a="http://schemas.openxmlformats.org/drawingml/2006/main">
              <a:ext uri="{FF2B5EF4-FFF2-40B4-BE49-F238E27FC236}">
                <a16:creationId xmlns:a16="http://schemas.microsoft.com/office/drawing/2014/main" id="{AE88908A-F2F2-42E0-A5AF-02530C44B90D}"/>
              </a:ext>
            </a:extLst>
          </p:cNvPr>
          <p:cNvSpPr>
            <a:spLocks xmlns:a="http://schemas.openxmlformats.org/drawingml/2006/main" noGrp="1"/>
          </p:cNvSpPr>
          <p:nvPr>
            <p:ph type="ftr" idx="11"/>
          </p:nvPr>
        </p:nvSpPr>
        <p:spPr>
          <a:xfrm xmlns:a="http://schemas.openxmlformats.org/drawingml/2006/main">
            <a:off x="685800" y="6355845"/>
            <a:ext cx="7772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21">
            <a:extLst xmlns:a="http://schemas.openxmlformats.org/drawingml/2006/main">
              <a:ext uri="{FF2B5EF4-FFF2-40B4-BE49-F238E27FC236}">
                <a16:creationId xmlns:a16="http://schemas.microsoft.com/office/drawing/2014/main" id="{B6A08256-737D-41B5-8A9A-DA0E52B1AAA9}"/>
              </a:ext>
            </a:extLst>
          </p:cNvPr>
          <p:cNvSpPr>
            <a:spLocks xmlns:a="http://schemas.openxmlformats.org/drawingml/2006/main" noGrp="1"/>
          </p:cNvSpPr>
          <p:nvPr>
            <p:ph type="sldNum" idx="12"/>
          </p:nvPr>
        </p:nvSpPr>
        <p:spPr>
          <a:xfrm xmlns:a="http://schemas.openxmlformats.org/drawingml/2006/main">
            <a:off x="8763000" y="38100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54" name="Google Shape;54;p22">
            <a:extLst xmlns:a="http://schemas.openxmlformats.org/drawingml/2006/main">
              <a:ext uri="{FF2B5EF4-FFF2-40B4-BE49-F238E27FC236}">
                <a16:creationId xmlns:a16="http://schemas.microsoft.com/office/drawing/2014/main" id="{06637C33-8068-4C14-9013-CA0327577231}"/>
              </a:ext>
            </a:extLst>
          </p:cNvPr>
          <p:cNvSpPr>
            <a:spLocks xmlns:a="http://schemas.openxmlformats.org/drawingml/2006/main" noGrp="1"/>
          </p:cNvSpPr>
          <p:nvPr>
            <p:ph type="dt" idx="10"/>
          </p:nvPr>
        </p:nvSpPr>
        <p:spPr>
          <a:xfrm xmlns:a="http://schemas.openxmlformats.org/drawingml/2006/main">
            <a:off x="8595360" y="6356350"/>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22">
            <a:extLst xmlns:a="http://schemas.openxmlformats.org/drawingml/2006/main">
              <a:ext uri="{FF2B5EF4-FFF2-40B4-BE49-F238E27FC236}">
                <a16:creationId xmlns:a16="http://schemas.microsoft.com/office/drawing/2014/main" id="{7713A5D3-12CF-4A9C-B43E-F3CD0A6B96F6}"/>
              </a:ext>
            </a:extLst>
          </p:cNvPr>
          <p:cNvSpPr>
            <a:spLocks xmlns:a="http://schemas.openxmlformats.org/drawingml/2006/main" noGrp="1"/>
          </p:cNvSpPr>
          <p:nvPr>
            <p:ph type="ftr" idx="11"/>
          </p:nvPr>
        </p:nvSpPr>
        <p:spPr>
          <a:xfrm xmlns:a="http://schemas.openxmlformats.org/drawingml/2006/main">
            <a:off x="685800" y="6355845"/>
            <a:ext cx="7772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6" name="Google Shape;56;p22">
            <a:extLst xmlns:a="http://schemas.openxmlformats.org/drawingml/2006/main">
              <a:ext uri="{FF2B5EF4-FFF2-40B4-BE49-F238E27FC236}">
                <a16:creationId xmlns:a16="http://schemas.microsoft.com/office/drawing/2014/main" id="{B08F43AA-E638-4965-88E8-B58A6DA3886B}"/>
              </a:ext>
            </a:extLst>
          </p:cNvPr>
          <p:cNvSpPr>
            <a:spLocks xmlns:a="http://schemas.openxmlformats.org/drawingml/2006/main" noGrp="1"/>
          </p:cNvSpPr>
          <p:nvPr>
            <p:ph type="sldNum" idx="12"/>
          </p:nvPr>
        </p:nvSpPr>
        <p:spPr>
          <a:xfrm xmlns:a="http://schemas.openxmlformats.org/drawingml/2006/main">
            <a:off x="8763000" y="38100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8" name="Google Shape;58;p23">
            <a:extLst xmlns:a="http://schemas.openxmlformats.org/drawingml/2006/main">
              <a:ext uri="{FF2B5EF4-FFF2-40B4-BE49-F238E27FC236}">
                <a16:creationId xmlns:a16="http://schemas.microsoft.com/office/drawing/2014/main" id="{62308F45-CB01-4FC7-BA21-AA1B705E5B15}"/>
              </a:ext>
            </a:extLst>
          </p:cNvPr>
          <p:cNvSpPr>
            <a:spLocks xmlns:a="http://schemas.openxmlformats.org/drawingml/2006/main" noGrp="1"/>
          </p:cNvSpPr>
          <p:nvPr>
            <p:ph type="title" idx="0"/>
          </p:nvPr>
        </p:nvSpPr>
        <p:spPr>
          <a:xfrm xmlns:a="http://schemas.openxmlformats.org/drawingml/2006/main">
            <a:off x="685800" y="1524000"/>
            <a:ext cx="411480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lt1"/>
              </a:buClr>
              <a:buSzPts val="3200"/>
              <a:buFont typeface="Century Gothic"/>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9" name="Google Shape;59;p23">
            <a:extLst xmlns:a="http://schemas.openxmlformats.org/drawingml/2006/main">
              <a:ext uri="{FF2B5EF4-FFF2-40B4-BE49-F238E27FC236}">
                <a16:creationId xmlns:a16="http://schemas.microsoft.com/office/drawing/2014/main" id="{4F9037E4-EE58-412B-BF7B-BCAB3764BAF6}"/>
              </a:ext>
            </a:extLst>
          </p:cNvPr>
          <p:cNvSpPr>
            <a:spLocks xmlns:a="http://schemas.openxmlformats.org/drawingml/2006/main" noGrp="1"/>
          </p:cNvSpPr>
          <p:nvPr>
            <p:ph type="body" idx="1"/>
          </p:nvPr>
        </p:nvSpPr>
        <p:spPr>
          <a:xfrm xmlns:a="http://schemas.openxmlformats.org/drawingml/2006/main">
            <a:off x="4995582" y="746759"/>
            <a:ext cx="6510618" cy="54719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xmlns:a="http://schemas.openxmlformats.org/drawingml/2006/main">
            <a:endParaRPr/>
          </a:p>
        </p:txBody>
      </p:sp>
      <p:sp>
        <p:nvSpPr>
          <p:cNvPr id="60" name="Google Shape;60;p23">
            <a:extLst xmlns:a="http://schemas.openxmlformats.org/drawingml/2006/main">
              <a:ext uri="{FF2B5EF4-FFF2-40B4-BE49-F238E27FC236}">
                <a16:creationId xmlns:a16="http://schemas.microsoft.com/office/drawing/2014/main" id="{3CF9B6DF-15AF-48E9-B686-FDD757988289}"/>
              </a:ext>
            </a:extLst>
          </p:cNvPr>
          <p:cNvSpPr>
            <a:spLocks xmlns:a="http://schemas.openxmlformats.org/drawingml/2006/main" noGrp="1"/>
          </p:cNvSpPr>
          <p:nvPr>
            <p:ph type="body" idx="2"/>
          </p:nvPr>
        </p:nvSpPr>
        <p:spPr>
          <a:xfrm xmlns:a="http://schemas.openxmlformats.org/drawingml/2006/main">
            <a:off x="685800" y="3124199"/>
            <a:ext cx="4114800" cy="30944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lt1"/>
              </a:buClr>
              <a:buSzPts val="1600"/>
              <a:buNone/>
              <a:defRPr sz="1600"/>
            </a:lvl1pPr>
            <a:lvl2pPr marL="914400" indent="-228600" algn="l">
              <a:lnSpc>
                <a:spcPct val="90000"/>
              </a:lnSpc>
              <a:spcBef>
                <a:spcPts val="500"/>
              </a:spcBef>
              <a:spcAft>
                <a:spcPts val="0"/>
              </a:spcAft>
              <a:buClr>
                <a:schemeClr val="lt1"/>
              </a:buClr>
              <a:buSzPts val="1400"/>
              <a:buNone/>
              <a:defRPr sz="1400"/>
            </a:lvl2pPr>
            <a:lvl3pPr marL="1371600" indent="-228600" algn="l">
              <a:lnSpc>
                <a:spcPct val="90000"/>
              </a:lnSpc>
              <a:spcBef>
                <a:spcPts val="500"/>
              </a:spcBef>
              <a:spcAft>
                <a:spcPts val="0"/>
              </a:spcAft>
              <a:buClr>
                <a:schemeClr val="lt1"/>
              </a:buClr>
              <a:buSzPts val="1200"/>
              <a:buNone/>
              <a:defRPr sz="1200"/>
            </a:lvl3pPr>
            <a:lvl4pPr marL="1828800" indent="-228600" algn="l">
              <a:lnSpc>
                <a:spcPct val="90000"/>
              </a:lnSpc>
              <a:spcBef>
                <a:spcPts val="500"/>
              </a:spcBef>
              <a:spcAft>
                <a:spcPts val="0"/>
              </a:spcAft>
              <a:buClr>
                <a:schemeClr val="lt1"/>
              </a:buClr>
              <a:buSzPts val="1000"/>
              <a:buNone/>
              <a:defRPr sz="1000"/>
            </a:lvl4pPr>
            <a:lvl5pPr marL="2286000" indent="-228600" algn="l">
              <a:lnSpc>
                <a:spcPct val="90000"/>
              </a:lnSpc>
              <a:spcBef>
                <a:spcPts val="500"/>
              </a:spcBef>
              <a:spcAft>
                <a:spcPts val="0"/>
              </a:spcAft>
              <a:buClr>
                <a:schemeClr val="lt1"/>
              </a:buClr>
              <a:buSzPts val="1000"/>
              <a:buNone/>
              <a:defRPr sz="1000"/>
            </a:lvl5pPr>
            <a:lvl6pPr marL="2743200" indent="-228600" algn="l">
              <a:lnSpc>
                <a:spcPct val="90000"/>
              </a:lnSpc>
              <a:spcBef>
                <a:spcPts val="500"/>
              </a:spcBef>
              <a:spcAft>
                <a:spcPts val="0"/>
              </a:spcAft>
              <a:buClr>
                <a:schemeClr val="lt1"/>
              </a:buClr>
              <a:buSzPts val="1000"/>
              <a:buNone/>
              <a:defRPr sz="1000"/>
            </a:lvl6pPr>
            <a:lvl7pPr marL="3200400" indent="-228600" algn="l">
              <a:lnSpc>
                <a:spcPct val="90000"/>
              </a:lnSpc>
              <a:spcBef>
                <a:spcPts val="500"/>
              </a:spcBef>
              <a:spcAft>
                <a:spcPts val="0"/>
              </a:spcAft>
              <a:buClr>
                <a:schemeClr val="lt1"/>
              </a:buClr>
              <a:buSzPts val="1000"/>
              <a:buNone/>
              <a:defRPr sz="1000"/>
            </a:lvl7pPr>
            <a:lvl8pPr marL="3657600" indent="-228600" algn="l">
              <a:lnSpc>
                <a:spcPct val="90000"/>
              </a:lnSpc>
              <a:spcBef>
                <a:spcPts val="500"/>
              </a:spcBef>
              <a:spcAft>
                <a:spcPts val="0"/>
              </a:spcAft>
              <a:buClr>
                <a:schemeClr val="lt1"/>
              </a:buClr>
              <a:buSzPts val="1000"/>
              <a:buNone/>
              <a:defRPr sz="1000"/>
            </a:lvl8pPr>
            <a:lvl9pPr marL="4114800" indent="-228600" algn="l">
              <a:lnSpc>
                <a:spcPct val="90000"/>
              </a:lnSpc>
              <a:spcBef>
                <a:spcPts val="500"/>
              </a:spcBef>
              <a:spcAft>
                <a:spcPts val="0"/>
              </a:spcAft>
              <a:buClr>
                <a:schemeClr val="lt1"/>
              </a:buClr>
              <a:buSzPts val="1000"/>
              <a:buNone/>
              <a:defRPr sz="1000"/>
            </a:lvl9pPr>
          </a:lstStyle>
          <a:p xmlns:a="http://schemas.openxmlformats.org/drawingml/2006/main">
            <a:endParaRPr/>
          </a:p>
        </p:txBody>
      </p:sp>
      <p:sp>
        <p:nvSpPr>
          <p:cNvPr id="61" name="Google Shape;61;p23">
            <a:extLst xmlns:a="http://schemas.openxmlformats.org/drawingml/2006/main">
              <a:ext uri="{FF2B5EF4-FFF2-40B4-BE49-F238E27FC236}">
                <a16:creationId xmlns:a16="http://schemas.microsoft.com/office/drawing/2014/main" id="{8BC0D247-4038-42B6-BFEB-C0CD4EC12E7A}"/>
              </a:ext>
            </a:extLst>
          </p:cNvPr>
          <p:cNvSpPr>
            <a:spLocks xmlns:a="http://schemas.openxmlformats.org/drawingml/2006/main" noGrp="1"/>
          </p:cNvSpPr>
          <p:nvPr>
            <p:ph type="dt" idx="10"/>
          </p:nvPr>
        </p:nvSpPr>
        <p:spPr>
          <a:xfrm xmlns:a="http://schemas.openxmlformats.org/drawingml/2006/main">
            <a:off x="8595360" y="6356350"/>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2" name="Google Shape;62;p23">
            <a:extLst xmlns:a="http://schemas.openxmlformats.org/drawingml/2006/main">
              <a:ext uri="{FF2B5EF4-FFF2-40B4-BE49-F238E27FC236}">
                <a16:creationId xmlns:a16="http://schemas.microsoft.com/office/drawing/2014/main" id="{CB6C3582-BD55-46F0-8967-AD350412E969}"/>
              </a:ext>
            </a:extLst>
          </p:cNvPr>
          <p:cNvSpPr>
            <a:spLocks xmlns:a="http://schemas.openxmlformats.org/drawingml/2006/main" noGrp="1"/>
          </p:cNvSpPr>
          <p:nvPr>
            <p:ph type="ftr" idx="11"/>
          </p:nvPr>
        </p:nvSpPr>
        <p:spPr>
          <a:xfrm xmlns:a="http://schemas.openxmlformats.org/drawingml/2006/main">
            <a:off x="685800" y="6355845"/>
            <a:ext cx="7772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3" name="Google Shape;63;p23">
            <a:extLst xmlns:a="http://schemas.openxmlformats.org/drawingml/2006/main">
              <a:ext uri="{FF2B5EF4-FFF2-40B4-BE49-F238E27FC236}">
                <a16:creationId xmlns:a16="http://schemas.microsoft.com/office/drawing/2014/main" id="{90BD8373-C3C6-4C63-A3AF-16674CDBA91B}"/>
              </a:ext>
            </a:extLst>
          </p:cNvPr>
          <p:cNvSpPr>
            <a:spLocks xmlns:a="http://schemas.openxmlformats.org/drawingml/2006/main" noGrp="1"/>
          </p:cNvSpPr>
          <p:nvPr>
            <p:ph type="sldNum" idx="12"/>
          </p:nvPr>
        </p:nvSpPr>
        <p:spPr>
          <a:xfrm xmlns:a="http://schemas.openxmlformats.org/drawingml/2006/main">
            <a:off x="8763000" y="38100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5" name="Google Shape;65;p24">
            <a:extLst xmlns:a="http://schemas.openxmlformats.org/drawingml/2006/main">
              <a:ext uri="{FF2B5EF4-FFF2-40B4-BE49-F238E27FC236}">
                <a16:creationId xmlns:a16="http://schemas.microsoft.com/office/drawing/2014/main" id="{4D37972A-4DAF-48D5-905E-0AFBA35D3C8A}"/>
              </a:ext>
            </a:extLst>
          </p:cNvPr>
          <p:cNvSpPr>
            <a:spLocks xmlns:a="http://schemas.openxmlformats.org/drawingml/2006/main" noGrp="1"/>
          </p:cNvSpPr>
          <p:nvPr>
            <p:ph type="title" idx="0"/>
          </p:nvPr>
        </p:nvSpPr>
        <p:spPr>
          <a:xfrm xmlns:a="http://schemas.openxmlformats.org/drawingml/2006/main">
            <a:off x="685800" y="1524000"/>
            <a:ext cx="6873240" cy="1600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lt1"/>
              </a:buClr>
              <a:buSzPts val="3200"/>
              <a:buFont typeface="Century Gothic"/>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6" name="Google Shape;66;p24">
            <a:extLst xmlns:a="http://schemas.openxmlformats.org/drawingml/2006/main">
              <a:ext uri="{FF2B5EF4-FFF2-40B4-BE49-F238E27FC236}">
                <a16:creationId xmlns:a16="http://schemas.microsoft.com/office/drawing/2014/main" id="{3FFABD05-2F7F-4E3D-94F4-359A2152C3BE}"/>
              </a:ext>
            </a:extLst>
          </p:cNvPr>
          <p:cNvSpPr>
            <a:spLocks xmlns:a="http://schemas.openxmlformats.org/drawingml/2006/main" noGrp="1"/>
          </p:cNvSpPr>
          <p:nvPr>
            <p:ph type="pic" idx="2"/>
          </p:nvPr>
        </p:nvSpPr>
        <p:spPr>
          <a:xfrm xmlns:a="http://schemas.openxmlformats.org/drawingml/2006/main">
            <a:off x="7861238" y="751241"/>
            <a:ext cx="3644962" cy="546744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R="0" algn="l">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defRPr>
            </a:lvl1pPr>
            <a:lvl2pPr marR="0" algn="l">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defRPr>
            </a:lvl2pPr>
            <a:lvl3pPr marR="0" algn="l">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defRPr>
            </a:lvl3pPr>
            <a:lvl4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4pPr>
            <a:lvl5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5pPr>
            <a:lvl6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6pPr>
            <a:lvl7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7pPr>
            <a:lvl8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8pPr>
            <a:lvl9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9pPr>
          </a:lstStyle>
          <a:p xmlns:a="http://schemas.openxmlformats.org/drawingml/2006/main">
            <a:endParaRPr/>
          </a:p>
        </p:txBody>
      </p:sp>
      <p:sp>
        <p:nvSpPr>
          <p:cNvPr id="67" name="Google Shape;67;p24">
            <a:extLst xmlns:a="http://schemas.openxmlformats.org/drawingml/2006/main">
              <a:ext uri="{FF2B5EF4-FFF2-40B4-BE49-F238E27FC236}">
                <a16:creationId xmlns:a16="http://schemas.microsoft.com/office/drawing/2014/main" id="{7A5A6354-02B3-45E3-86D9-82152904A3CA}"/>
              </a:ext>
            </a:extLst>
          </p:cNvPr>
          <p:cNvSpPr>
            <a:spLocks xmlns:a="http://schemas.openxmlformats.org/drawingml/2006/main" noGrp="1"/>
          </p:cNvSpPr>
          <p:nvPr>
            <p:ph type="body" idx="1"/>
          </p:nvPr>
        </p:nvSpPr>
        <p:spPr>
          <a:xfrm xmlns:a="http://schemas.openxmlformats.org/drawingml/2006/main">
            <a:off x="685800" y="3124199"/>
            <a:ext cx="6873240" cy="30944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lt1"/>
              </a:buClr>
              <a:buSzPts val="1600"/>
              <a:buNone/>
              <a:defRPr sz="1600"/>
            </a:lvl1pPr>
            <a:lvl2pPr marL="914400" indent="-228600" algn="l">
              <a:lnSpc>
                <a:spcPct val="90000"/>
              </a:lnSpc>
              <a:spcBef>
                <a:spcPts val="500"/>
              </a:spcBef>
              <a:spcAft>
                <a:spcPts val="0"/>
              </a:spcAft>
              <a:buClr>
                <a:schemeClr val="lt1"/>
              </a:buClr>
              <a:buSzPts val="1400"/>
              <a:buNone/>
              <a:defRPr sz="1400"/>
            </a:lvl2pPr>
            <a:lvl3pPr marL="1371600" indent="-228600" algn="l">
              <a:lnSpc>
                <a:spcPct val="90000"/>
              </a:lnSpc>
              <a:spcBef>
                <a:spcPts val="500"/>
              </a:spcBef>
              <a:spcAft>
                <a:spcPts val="0"/>
              </a:spcAft>
              <a:buClr>
                <a:schemeClr val="lt1"/>
              </a:buClr>
              <a:buSzPts val="1200"/>
              <a:buNone/>
              <a:defRPr sz="1200"/>
            </a:lvl3pPr>
            <a:lvl4pPr marL="1828800" indent="-228600" algn="l">
              <a:lnSpc>
                <a:spcPct val="90000"/>
              </a:lnSpc>
              <a:spcBef>
                <a:spcPts val="500"/>
              </a:spcBef>
              <a:spcAft>
                <a:spcPts val="0"/>
              </a:spcAft>
              <a:buClr>
                <a:schemeClr val="lt1"/>
              </a:buClr>
              <a:buSzPts val="1000"/>
              <a:buNone/>
              <a:defRPr sz="1000"/>
            </a:lvl4pPr>
            <a:lvl5pPr marL="2286000" indent="-228600" algn="l">
              <a:lnSpc>
                <a:spcPct val="90000"/>
              </a:lnSpc>
              <a:spcBef>
                <a:spcPts val="500"/>
              </a:spcBef>
              <a:spcAft>
                <a:spcPts val="0"/>
              </a:spcAft>
              <a:buClr>
                <a:schemeClr val="lt1"/>
              </a:buClr>
              <a:buSzPts val="1000"/>
              <a:buNone/>
              <a:defRPr sz="1000"/>
            </a:lvl5pPr>
            <a:lvl6pPr marL="2743200" indent="-228600" algn="l">
              <a:lnSpc>
                <a:spcPct val="90000"/>
              </a:lnSpc>
              <a:spcBef>
                <a:spcPts val="500"/>
              </a:spcBef>
              <a:spcAft>
                <a:spcPts val="0"/>
              </a:spcAft>
              <a:buClr>
                <a:schemeClr val="lt1"/>
              </a:buClr>
              <a:buSzPts val="1000"/>
              <a:buNone/>
              <a:defRPr sz="1000"/>
            </a:lvl6pPr>
            <a:lvl7pPr marL="3200400" indent="-228600" algn="l">
              <a:lnSpc>
                <a:spcPct val="90000"/>
              </a:lnSpc>
              <a:spcBef>
                <a:spcPts val="500"/>
              </a:spcBef>
              <a:spcAft>
                <a:spcPts val="0"/>
              </a:spcAft>
              <a:buClr>
                <a:schemeClr val="lt1"/>
              </a:buClr>
              <a:buSzPts val="1000"/>
              <a:buNone/>
              <a:defRPr sz="1000"/>
            </a:lvl7pPr>
            <a:lvl8pPr marL="3657600" indent="-228600" algn="l">
              <a:lnSpc>
                <a:spcPct val="90000"/>
              </a:lnSpc>
              <a:spcBef>
                <a:spcPts val="500"/>
              </a:spcBef>
              <a:spcAft>
                <a:spcPts val="0"/>
              </a:spcAft>
              <a:buClr>
                <a:schemeClr val="lt1"/>
              </a:buClr>
              <a:buSzPts val="1000"/>
              <a:buNone/>
              <a:defRPr sz="1000"/>
            </a:lvl8pPr>
            <a:lvl9pPr marL="4114800" indent="-228600" algn="l">
              <a:lnSpc>
                <a:spcPct val="90000"/>
              </a:lnSpc>
              <a:spcBef>
                <a:spcPts val="500"/>
              </a:spcBef>
              <a:spcAft>
                <a:spcPts val="0"/>
              </a:spcAft>
              <a:buClr>
                <a:schemeClr val="lt1"/>
              </a:buClr>
              <a:buSzPts val="1000"/>
              <a:buNone/>
              <a:defRPr sz="1000"/>
            </a:lvl9pPr>
          </a:lstStyle>
          <a:p xmlns:a="http://schemas.openxmlformats.org/drawingml/2006/main">
            <a:endParaRPr/>
          </a:p>
        </p:txBody>
      </p:sp>
      <p:sp>
        <p:nvSpPr>
          <p:cNvPr id="68" name="Google Shape;68;p24">
            <a:extLst xmlns:a="http://schemas.openxmlformats.org/drawingml/2006/main">
              <a:ext uri="{FF2B5EF4-FFF2-40B4-BE49-F238E27FC236}">
                <a16:creationId xmlns:a16="http://schemas.microsoft.com/office/drawing/2014/main" id="{A6998F25-1F5D-4C50-85C1-0AA48D827C99}"/>
              </a:ext>
            </a:extLst>
          </p:cNvPr>
          <p:cNvSpPr>
            <a:spLocks xmlns:a="http://schemas.openxmlformats.org/drawingml/2006/main" noGrp="1"/>
          </p:cNvSpPr>
          <p:nvPr>
            <p:ph type="dt" idx="10"/>
          </p:nvPr>
        </p:nvSpPr>
        <p:spPr>
          <a:xfrm xmlns:a="http://schemas.openxmlformats.org/drawingml/2006/main">
            <a:off x="8595360" y="6356350"/>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9" name="Google Shape;69;p24">
            <a:extLst xmlns:a="http://schemas.openxmlformats.org/drawingml/2006/main">
              <a:ext uri="{FF2B5EF4-FFF2-40B4-BE49-F238E27FC236}">
                <a16:creationId xmlns:a16="http://schemas.microsoft.com/office/drawing/2014/main" id="{65DF8876-984C-4BD0-AD24-C7BB7E469086}"/>
              </a:ext>
            </a:extLst>
          </p:cNvPr>
          <p:cNvSpPr>
            <a:spLocks xmlns:a="http://schemas.openxmlformats.org/drawingml/2006/main" noGrp="1"/>
          </p:cNvSpPr>
          <p:nvPr>
            <p:ph type="ftr" idx="11"/>
          </p:nvPr>
        </p:nvSpPr>
        <p:spPr>
          <a:xfrm xmlns:a="http://schemas.openxmlformats.org/drawingml/2006/main">
            <a:off x="685800" y="6355845"/>
            <a:ext cx="7772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0" name="Google Shape;70;p24">
            <a:extLst xmlns:a="http://schemas.openxmlformats.org/drawingml/2006/main">
              <a:ext uri="{FF2B5EF4-FFF2-40B4-BE49-F238E27FC236}">
                <a16:creationId xmlns:a16="http://schemas.microsoft.com/office/drawing/2014/main" id="{5DD5D061-8BF5-4CDB-8D02-C8E946886FB1}"/>
              </a:ext>
            </a:extLst>
          </p:cNvPr>
          <p:cNvSpPr>
            <a:spLocks xmlns:a="http://schemas.openxmlformats.org/drawingml/2006/main" noGrp="1"/>
          </p:cNvSpPr>
          <p:nvPr>
            <p:ph type="sldNum" idx="12"/>
          </p:nvPr>
        </p:nvSpPr>
        <p:spPr>
          <a:xfrm xmlns:a="http://schemas.openxmlformats.org/drawingml/2006/main">
            <a:off x="8763000" y="38100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Panoramic Picture with Caption">
  <p:cSld name="Panoramic Picture with Caption">
    <p:spTree>
      <p:nvGrpSpPr>
        <p:cNvPr id="1" name=""/>
        <p:cNvGrpSpPr/>
        <p:nvPr/>
      </p:nvGrpSpPr>
      <p:grpSpPr>
        <a:xfrm xmlns:a="http://schemas.openxmlformats.org/drawingml/2006/main"/>
      </p:grpSpPr>
      <p:sp>
        <p:nvSpPr>
          <p:cNvPr id="72" name="Google Shape;72;p25">
            <a:extLst xmlns:a="http://schemas.openxmlformats.org/drawingml/2006/main">
              <a:ext uri="{FF2B5EF4-FFF2-40B4-BE49-F238E27FC236}">
                <a16:creationId xmlns:a16="http://schemas.microsoft.com/office/drawing/2014/main" id="{AAD5681D-8B0E-462A-A42A-92EE0254DC10}"/>
              </a:ext>
            </a:extLst>
          </p:cNvPr>
          <p:cNvSpPr>
            <a:spLocks xmlns:a="http://schemas.openxmlformats.org/drawingml/2006/main" noGrp="1"/>
          </p:cNvSpPr>
          <p:nvPr>
            <p:ph type="title" idx="0"/>
          </p:nvPr>
        </p:nvSpPr>
        <p:spPr>
          <a:xfrm xmlns:a="http://schemas.openxmlformats.org/drawingml/2006/main">
            <a:off x="685777" y="4697360"/>
            <a:ext cx="10822034" cy="81935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lt1"/>
              </a:buClr>
              <a:buSzPts val="3200"/>
              <a:buFont typeface="Century Gothic"/>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3" name="Google Shape;73;p25">
            <a:extLst xmlns:a="http://schemas.openxmlformats.org/drawingml/2006/main">
              <a:ext uri="{FF2B5EF4-FFF2-40B4-BE49-F238E27FC236}">
                <a16:creationId xmlns:a16="http://schemas.microsoft.com/office/drawing/2014/main" id="{9F0165CE-FD48-4BA7-9C02-7939F7542E7E}"/>
              </a:ext>
            </a:extLst>
          </p:cNvPr>
          <p:cNvSpPr>
            <a:spLocks xmlns:a="http://schemas.openxmlformats.org/drawingml/2006/main" noGrp="1"/>
          </p:cNvSpPr>
          <p:nvPr>
            <p:ph type="pic" idx="2"/>
          </p:nvPr>
        </p:nvSpPr>
        <p:spPr>
          <a:xfrm xmlns:a="http://schemas.openxmlformats.org/drawingml/2006/main">
            <a:off x="681727" y="941439"/>
            <a:ext cx="10821840" cy="347816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R="0" algn="l">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defRPr>
            </a:lvl1pPr>
            <a:lvl2pPr marR="0" algn="l">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defRPr>
            </a:lvl2pPr>
            <a:lvl3pPr marR="0" algn="l">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defRPr>
            </a:lvl3pPr>
            <a:lvl4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4pPr>
            <a:lvl5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5pPr>
            <a:lvl6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6pPr>
            <a:lvl7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7pPr>
            <a:lvl8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8pPr>
            <a:lvl9pPr marR="0" algn="l">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defRPr>
            </a:lvl9pPr>
          </a:lstStyle>
          <a:p xmlns:a="http://schemas.openxmlformats.org/drawingml/2006/main">
            <a:endParaRPr/>
          </a:p>
        </p:txBody>
      </p:sp>
      <p:sp>
        <p:nvSpPr>
          <p:cNvPr id="74" name="Google Shape;74;p25">
            <a:extLst xmlns:a="http://schemas.openxmlformats.org/drawingml/2006/main">
              <a:ext uri="{FF2B5EF4-FFF2-40B4-BE49-F238E27FC236}">
                <a16:creationId xmlns:a16="http://schemas.microsoft.com/office/drawing/2014/main" id="{13E458E2-E2D0-4C2A-BAC1-52348F84FBC2}"/>
              </a:ext>
            </a:extLst>
          </p:cNvPr>
          <p:cNvSpPr>
            <a:spLocks xmlns:a="http://schemas.openxmlformats.org/drawingml/2006/main" noGrp="1"/>
          </p:cNvSpPr>
          <p:nvPr>
            <p:ph type="body" idx="1"/>
          </p:nvPr>
        </p:nvSpPr>
        <p:spPr>
          <a:xfrm xmlns:a="http://schemas.openxmlformats.org/drawingml/2006/main">
            <a:off x="685800" y="5516715"/>
            <a:ext cx="10820400" cy="701969"/>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lt1"/>
              </a:buClr>
              <a:buSzPts val="1600"/>
              <a:buNone/>
              <a:defRPr sz="1600"/>
            </a:lvl1pPr>
            <a:lvl2pPr marL="914400" indent="-228600" algn="l">
              <a:lnSpc>
                <a:spcPct val="90000"/>
              </a:lnSpc>
              <a:spcBef>
                <a:spcPts val="500"/>
              </a:spcBef>
              <a:spcAft>
                <a:spcPts val="0"/>
              </a:spcAft>
              <a:buClr>
                <a:schemeClr val="lt1"/>
              </a:buClr>
              <a:buSzPts val="1400"/>
              <a:buNone/>
              <a:defRPr sz="1400"/>
            </a:lvl2pPr>
            <a:lvl3pPr marL="1371600" indent="-228600" algn="l">
              <a:lnSpc>
                <a:spcPct val="90000"/>
              </a:lnSpc>
              <a:spcBef>
                <a:spcPts val="500"/>
              </a:spcBef>
              <a:spcAft>
                <a:spcPts val="0"/>
              </a:spcAft>
              <a:buClr>
                <a:schemeClr val="lt1"/>
              </a:buClr>
              <a:buSzPts val="1200"/>
              <a:buNone/>
              <a:defRPr sz="1200"/>
            </a:lvl3pPr>
            <a:lvl4pPr marL="1828800" indent="-228600" algn="l">
              <a:lnSpc>
                <a:spcPct val="90000"/>
              </a:lnSpc>
              <a:spcBef>
                <a:spcPts val="500"/>
              </a:spcBef>
              <a:spcAft>
                <a:spcPts val="0"/>
              </a:spcAft>
              <a:buClr>
                <a:schemeClr val="lt1"/>
              </a:buClr>
              <a:buSzPts val="1000"/>
              <a:buNone/>
              <a:defRPr sz="1000"/>
            </a:lvl4pPr>
            <a:lvl5pPr marL="2286000" indent="-228600" algn="l">
              <a:lnSpc>
                <a:spcPct val="90000"/>
              </a:lnSpc>
              <a:spcBef>
                <a:spcPts val="500"/>
              </a:spcBef>
              <a:spcAft>
                <a:spcPts val="0"/>
              </a:spcAft>
              <a:buClr>
                <a:schemeClr val="lt1"/>
              </a:buClr>
              <a:buSzPts val="1000"/>
              <a:buNone/>
              <a:defRPr sz="1000"/>
            </a:lvl5pPr>
            <a:lvl6pPr marL="2743200" indent="-228600" algn="l">
              <a:lnSpc>
                <a:spcPct val="90000"/>
              </a:lnSpc>
              <a:spcBef>
                <a:spcPts val="500"/>
              </a:spcBef>
              <a:spcAft>
                <a:spcPts val="0"/>
              </a:spcAft>
              <a:buClr>
                <a:schemeClr val="lt1"/>
              </a:buClr>
              <a:buSzPts val="1000"/>
              <a:buNone/>
              <a:defRPr sz="1000"/>
            </a:lvl6pPr>
            <a:lvl7pPr marL="3200400" indent="-228600" algn="l">
              <a:lnSpc>
                <a:spcPct val="90000"/>
              </a:lnSpc>
              <a:spcBef>
                <a:spcPts val="500"/>
              </a:spcBef>
              <a:spcAft>
                <a:spcPts val="0"/>
              </a:spcAft>
              <a:buClr>
                <a:schemeClr val="lt1"/>
              </a:buClr>
              <a:buSzPts val="1000"/>
              <a:buNone/>
              <a:defRPr sz="1000"/>
            </a:lvl7pPr>
            <a:lvl8pPr marL="3657600" indent="-228600" algn="l">
              <a:lnSpc>
                <a:spcPct val="90000"/>
              </a:lnSpc>
              <a:spcBef>
                <a:spcPts val="500"/>
              </a:spcBef>
              <a:spcAft>
                <a:spcPts val="0"/>
              </a:spcAft>
              <a:buClr>
                <a:schemeClr val="lt1"/>
              </a:buClr>
              <a:buSzPts val="1000"/>
              <a:buNone/>
              <a:defRPr sz="1000"/>
            </a:lvl8pPr>
            <a:lvl9pPr marL="4114800" indent="-228600" algn="l">
              <a:lnSpc>
                <a:spcPct val="90000"/>
              </a:lnSpc>
              <a:spcBef>
                <a:spcPts val="500"/>
              </a:spcBef>
              <a:spcAft>
                <a:spcPts val="0"/>
              </a:spcAft>
              <a:buClr>
                <a:schemeClr val="lt1"/>
              </a:buClr>
              <a:buSzPts val="1000"/>
              <a:buNone/>
              <a:defRPr sz="1000"/>
            </a:lvl9pPr>
          </a:lstStyle>
          <a:p xmlns:a="http://schemas.openxmlformats.org/drawingml/2006/main">
            <a:endParaRPr/>
          </a:p>
        </p:txBody>
      </p:sp>
      <p:sp>
        <p:nvSpPr>
          <p:cNvPr id="75" name="Google Shape;75;p25">
            <a:extLst xmlns:a="http://schemas.openxmlformats.org/drawingml/2006/main">
              <a:ext uri="{FF2B5EF4-FFF2-40B4-BE49-F238E27FC236}">
                <a16:creationId xmlns:a16="http://schemas.microsoft.com/office/drawing/2014/main" id="{9E66869E-59B0-4B95-9EE6-3B5C5F8E2C9D}"/>
              </a:ext>
            </a:extLst>
          </p:cNvPr>
          <p:cNvSpPr>
            <a:spLocks xmlns:a="http://schemas.openxmlformats.org/drawingml/2006/main" noGrp="1"/>
          </p:cNvSpPr>
          <p:nvPr>
            <p:ph type="dt" idx="10"/>
          </p:nvPr>
        </p:nvSpPr>
        <p:spPr>
          <a:xfrm xmlns:a="http://schemas.openxmlformats.org/drawingml/2006/main">
            <a:off x="8595360" y="6356350"/>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6" name="Google Shape;76;p25">
            <a:extLst xmlns:a="http://schemas.openxmlformats.org/drawingml/2006/main">
              <a:ext uri="{FF2B5EF4-FFF2-40B4-BE49-F238E27FC236}">
                <a16:creationId xmlns:a16="http://schemas.microsoft.com/office/drawing/2014/main" id="{CACBA3B7-A029-4A1F-B411-A68A7D38DF08}"/>
              </a:ext>
            </a:extLst>
          </p:cNvPr>
          <p:cNvSpPr>
            <a:spLocks xmlns:a="http://schemas.openxmlformats.org/drawingml/2006/main" noGrp="1"/>
          </p:cNvSpPr>
          <p:nvPr>
            <p:ph type="ftr" idx="11"/>
          </p:nvPr>
        </p:nvSpPr>
        <p:spPr>
          <a:xfrm xmlns:a="http://schemas.openxmlformats.org/drawingml/2006/main">
            <a:off x="685800" y="6355845"/>
            <a:ext cx="7772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7" name="Google Shape;77;p25">
            <a:extLst xmlns:a="http://schemas.openxmlformats.org/drawingml/2006/main">
              <a:ext uri="{FF2B5EF4-FFF2-40B4-BE49-F238E27FC236}">
                <a16:creationId xmlns:a16="http://schemas.microsoft.com/office/drawing/2014/main" id="{4C53867B-6F49-4A06-A896-6F3D0D7CA26E}"/>
              </a:ext>
            </a:extLst>
          </p:cNvPr>
          <p:cNvSpPr>
            <a:spLocks xmlns:a="http://schemas.openxmlformats.org/drawingml/2006/main" noGrp="1"/>
          </p:cNvSpPr>
          <p:nvPr>
            <p:ph type="sldNum" idx="12"/>
          </p:nvPr>
        </p:nvSpPr>
        <p:spPr>
          <a:xfrm xmlns:a="http://schemas.openxmlformats.org/drawingml/2006/main">
            <a:off x="8763000" y="38100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showMasterSp="0" matchingName="Title and Caption">
  <p:cSld name="Title and Caption">
    <p:spTree>
      <p:nvGrpSpPr>
        <p:cNvPr id="1" name=""/>
        <p:cNvGrpSpPr/>
        <p:nvPr/>
      </p:nvGrpSpPr>
      <p:grpSpPr>
        <a:xfrm xmlns:a="http://schemas.openxmlformats.org/drawingml/2006/main"/>
      </p:grpSpPr>
      <p:pic>
        <p:nvPicPr>
          <p:cNvPr id="79" name="Google Shape;79;p26">
            <a:extLst xmlns:a="http://schemas.openxmlformats.org/drawingml/2006/main">
              <a:ext uri="{FF2B5EF4-FFF2-40B4-BE49-F238E27FC236}">
                <a16:creationId xmlns:a16="http://schemas.microsoft.com/office/drawing/2014/main" id="{56D51C9A-DDE3-4BD5-9106-B9C8D0685BA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ba568ff08274744">
            <a:alphaModFix/>
          </a:blip>
          <a:srcRect xmlns:a="http://schemas.openxmlformats.org/drawingml/2006/main" l="0" t="0" r="0" b="0"/>
          <a:stretch xmlns:a="http://schemas.openxmlformats.org/drawingml/2006/main"/>
        </p:blipFill>
        <p:spPr>
          <a:xfrm xmlns:a="http://schemas.openxmlformats.org/drawingml/2006/main">
            <a:off x="0" y="4375150"/>
            <a:ext cx="12192000" cy="2482850"/>
          </a:xfrm>
          <a:prstGeom xmlns:a="http://schemas.openxmlformats.org/drawingml/2006/main" prst="rect">
            <a:avLst/>
          </a:prstGeom>
          <a:ln xmlns:a="http://schemas.openxmlformats.org/drawingml/2006/main">
            <a:noFill/>
          </a:ln>
        </p:spPr>
      </p:pic>
      <p:sp>
        <p:nvSpPr>
          <p:cNvPr id="80" name="Google Shape;80;p26">
            <a:extLst xmlns:a="http://schemas.openxmlformats.org/drawingml/2006/main">
              <a:ext uri="{FF2B5EF4-FFF2-40B4-BE49-F238E27FC236}">
                <a16:creationId xmlns:a16="http://schemas.microsoft.com/office/drawing/2014/main" id="{441F9B5C-D32F-4373-9AAE-DBFAA7051AB8}"/>
              </a:ext>
            </a:extLst>
          </p:cNvPr>
          <p:cNvSpPr>
            <a:spLocks xmlns:a="http://schemas.openxmlformats.org/drawingml/2006/main" noGrp="1"/>
          </p:cNvSpPr>
          <p:nvPr>
            <p:ph type="title" idx="0"/>
          </p:nvPr>
        </p:nvSpPr>
        <p:spPr>
          <a:xfrm xmlns:a="http://schemas.openxmlformats.org/drawingml/2006/main">
            <a:off x="685800" y="753532"/>
            <a:ext cx="10820400" cy="280246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lt1"/>
              </a:buClr>
              <a:buSzPts val="3200"/>
              <a:buFont typeface="Century Gothic"/>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26">
            <a:extLst xmlns:a="http://schemas.openxmlformats.org/drawingml/2006/main">
              <a:ext uri="{FF2B5EF4-FFF2-40B4-BE49-F238E27FC236}">
                <a16:creationId xmlns:a16="http://schemas.microsoft.com/office/drawing/2014/main" id="{83C2C836-BB3D-4DBF-B880-E1724D0A99D8}"/>
              </a:ext>
            </a:extLst>
          </p:cNvPr>
          <p:cNvSpPr>
            <a:spLocks xmlns:a="http://schemas.openxmlformats.org/drawingml/2006/main" noGrp="1"/>
          </p:cNvSpPr>
          <p:nvPr>
            <p:ph type="body" idx="1"/>
          </p:nvPr>
        </p:nvSpPr>
        <p:spPr>
          <a:xfrm xmlns:a="http://schemas.openxmlformats.org/drawingml/2006/main">
            <a:off x="1024467" y="3649133"/>
            <a:ext cx="10130516" cy="99906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1000"/>
              </a:spcBef>
              <a:spcAft>
                <a:spcPts val="0"/>
              </a:spcAft>
              <a:buClr>
                <a:schemeClr val="lt1"/>
              </a:buClr>
              <a:buSzPts val="1600"/>
              <a:buNone/>
              <a:defRPr sz="1600"/>
            </a:lvl1pPr>
            <a:lvl2pPr marL="914400" indent="-228600" algn="l">
              <a:lnSpc>
                <a:spcPct val="90000"/>
              </a:lnSpc>
              <a:spcBef>
                <a:spcPts val="500"/>
              </a:spcBef>
              <a:spcAft>
                <a:spcPts val="0"/>
              </a:spcAft>
              <a:buClr>
                <a:schemeClr val="lt1"/>
              </a:buClr>
              <a:buSzPts val="1400"/>
              <a:buNone/>
              <a:defRPr sz="1400"/>
            </a:lvl2pPr>
            <a:lvl3pPr marL="1371600" indent="-228600" algn="l">
              <a:lnSpc>
                <a:spcPct val="90000"/>
              </a:lnSpc>
              <a:spcBef>
                <a:spcPts val="500"/>
              </a:spcBef>
              <a:spcAft>
                <a:spcPts val="0"/>
              </a:spcAft>
              <a:buClr>
                <a:schemeClr val="lt1"/>
              </a:buClr>
              <a:buSzPts val="1200"/>
              <a:buNone/>
              <a:defRPr sz="1200"/>
            </a:lvl3pPr>
            <a:lvl4pPr marL="1828800" indent="-228600" algn="l">
              <a:lnSpc>
                <a:spcPct val="90000"/>
              </a:lnSpc>
              <a:spcBef>
                <a:spcPts val="500"/>
              </a:spcBef>
              <a:spcAft>
                <a:spcPts val="0"/>
              </a:spcAft>
              <a:buClr>
                <a:schemeClr val="lt1"/>
              </a:buClr>
              <a:buSzPts val="1000"/>
              <a:buNone/>
              <a:defRPr sz="1000"/>
            </a:lvl4pPr>
            <a:lvl5pPr marL="2286000" indent="-228600" algn="l">
              <a:lnSpc>
                <a:spcPct val="90000"/>
              </a:lnSpc>
              <a:spcBef>
                <a:spcPts val="500"/>
              </a:spcBef>
              <a:spcAft>
                <a:spcPts val="0"/>
              </a:spcAft>
              <a:buClr>
                <a:schemeClr val="lt1"/>
              </a:buClr>
              <a:buSzPts val="1000"/>
              <a:buNone/>
              <a:defRPr sz="1000"/>
            </a:lvl5pPr>
            <a:lvl6pPr marL="2743200" indent="-228600" algn="l">
              <a:lnSpc>
                <a:spcPct val="90000"/>
              </a:lnSpc>
              <a:spcBef>
                <a:spcPts val="500"/>
              </a:spcBef>
              <a:spcAft>
                <a:spcPts val="0"/>
              </a:spcAft>
              <a:buClr>
                <a:schemeClr val="lt1"/>
              </a:buClr>
              <a:buSzPts val="1000"/>
              <a:buNone/>
              <a:defRPr sz="1000"/>
            </a:lvl6pPr>
            <a:lvl7pPr marL="3200400" indent="-228600" algn="l">
              <a:lnSpc>
                <a:spcPct val="90000"/>
              </a:lnSpc>
              <a:spcBef>
                <a:spcPts val="500"/>
              </a:spcBef>
              <a:spcAft>
                <a:spcPts val="0"/>
              </a:spcAft>
              <a:buClr>
                <a:schemeClr val="lt1"/>
              </a:buClr>
              <a:buSzPts val="1000"/>
              <a:buNone/>
              <a:defRPr sz="1000"/>
            </a:lvl7pPr>
            <a:lvl8pPr marL="3657600" indent="-228600" algn="l">
              <a:lnSpc>
                <a:spcPct val="90000"/>
              </a:lnSpc>
              <a:spcBef>
                <a:spcPts val="500"/>
              </a:spcBef>
              <a:spcAft>
                <a:spcPts val="0"/>
              </a:spcAft>
              <a:buClr>
                <a:schemeClr val="lt1"/>
              </a:buClr>
              <a:buSzPts val="1000"/>
              <a:buNone/>
              <a:defRPr sz="1000"/>
            </a:lvl8pPr>
            <a:lvl9pPr marL="4114800" indent="-228600" algn="l">
              <a:lnSpc>
                <a:spcPct val="90000"/>
              </a:lnSpc>
              <a:spcBef>
                <a:spcPts val="500"/>
              </a:spcBef>
              <a:spcAft>
                <a:spcPts val="0"/>
              </a:spcAft>
              <a:buClr>
                <a:schemeClr val="lt1"/>
              </a:buClr>
              <a:buSzPts val="1000"/>
              <a:buNone/>
              <a:defRPr sz="1000"/>
            </a:lvl9pPr>
          </a:lstStyle>
          <a:p xmlns:a="http://schemas.openxmlformats.org/drawingml/2006/main">
            <a:endParaRPr/>
          </a:p>
        </p:txBody>
      </p:sp>
      <p:sp>
        <p:nvSpPr>
          <p:cNvPr id="82" name="Google Shape;82;p26">
            <a:extLst xmlns:a="http://schemas.openxmlformats.org/drawingml/2006/main">
              <a:ext uri="{FF2B5EF4-FFF2-40B4-BE49-F238E27FC236}">
                <a16:creationId xmlns:a16="http://schemas.microsoft.com/office/drawing/2014/main" id="{ACEF0A78-1487-42D3-B6AC-1BD23B0D86B1}"/>
              </a:ext>
            </a:extLst>
          </p:cNvPr>
          <p:cNvSpPr>
            <a:spLocks xmlns:a="http://schemas.openxmlformats.org/drawingml/2006/main" noGrp="1"/>
          </p:cNvSpPr>
          <p:nvPr>
            <p:ph type="dt" idx="10"/>
          </p:nvPr>
        </p:nvSpPr>
        <p:spPr>
          <a:xfrm xmlns:a="http://schemas.openxmlformats.org/drawingml/2006/main">
            <a:off x="7814452" y="381000"/>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3" name="Google Shape;83;p26">
            <a:extLst xmlns:a="http://schemas.openxmlformats.org/drawingml/2006/main">
              <a:ext uri="{FF2B5EF4-FFF2-40B4-BE49-F238E27FC236}">
                <a16:creationId xmlns:a16="http://schemas.microsoft.com/office/drawing/2014/main" id="{98BDB36B-5F9E-480B-861A-EA9D786A3324}"/>
              </a:ext>
            </a:extLst>
          </p:cNvPr>
          <p:cNvSpPr>
            <a:spLocks xmlns:a="http://schemas.openxmlformats.org/drawingml/2006/main" noGrp="1"/>
          </p:cNvSpPr>
          <p:nvPr>
            <p:ph type="ftr" idx="11"/>
          </p:nvPr>
        </p:nvSpPr>
        <p:spPr>
          <a:xfrm xmlns:a="http://schemas.openxmlformats.org/drawingml/2006/main">
            <a:off x="685800" y="379941"/>
            <a:ext cx="6991492"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26">
            <a:extLst xmlns:a="http://schemas.openxmlformats.org/drawingml/2006/main">
              <a:ext uri="{FF2B5EF4-FFF2-40B4-BE49-F238E27FC236}">
                <a16:creationId xmlns:a16="http://schemas.microsoft.com/office/drawing/2014/main" id="{7F75E736-37C6-4EAD-B5AC-3DB788D70271}"/>
              </a:ext>
            </a:extLst>
          </p:cNvPr>
          <p:cNvSpPr>
            <a:spLocks xmlns:a="http://schemas.openxmlformats.org/drawingml/2006/main" noGrp="1"/>
          </p:cNvSpPr>
          <p:nvPr>
            <p:ph type="sldNum" idx="12"/>
          </p:nvPr>
        </p:nvSpPr>
        <p:spPr>
          <a:xfrm xmlns:a="http://schemas.openxmlformats.org/drawingml/2006/main">
            <a:off x="10862452" y="381000"/>
            <a:ext cx="643748"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showMasterSp="0" matchingName="Quote with Caption">
  <p:cSld name="Quote with Caption">
    <p:spTree>
      <p:nvGrpSpPr>
        <p:cNvPr id="1" name=""/>
        <p:cNvGrpSpPr/>
        <p:nvPr/>
      </p:nvGrpSpPr>
      <p:grpSpPr>
        <a:xfrm xmlns:a="http://schemas.openxmlformats.org/drawingml/2006/main"/>
      </p:grpSpPr>
      <p:pic>
        <p:nvPicPr>
          <p:cNvPr id="86" name="Google Shape;86;p27">
            <a:extLst xmlns:a="http://schemas.openxmlformats.org/drawingml/2006/main">
              <a:ext uri="{FF2B5EF4-FFF2-40B4-BE49-F238E27FC236}">
                <a16:creationId xmlns:a16="http://schemas.microsoft.com/office/drawing/2014/main" id="{6AF6BB9A-870D-40F9-95A1-319C59F4057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e8a208a74ca4f20">
            <a:alphaModFix/>
          </a:blip>
          <a:srcRect xmlns:a="http://schemas.openxmlformats.org/drawingml/2006/main" l="0" t="0" r="0" b="0"/>
          <a:stretch xmlns:a="http://schemas.openxmlformats.org/drawingml/2006/main"/>
        </p:blipFill>
        <p:spPr>
          <a:xfrm xmlns:a="http://schemas.openxmlformats.org/drawingml/2006/main">
            <a:off x="0" y="4375150"/>
            <a:ext cx="12192000" cy="2482850"/>
          </a:xfrm>
          <a:prstGeom xmlns:a="http://schemas.openxmlformats.org/drawingml/2006/main" prst="rect">
            <a:avLst/>
          </a:prstGeom>
          <a:ln xmlns:a="http://schemas.openxmlformats.org/drawingml/2006/main">
            <a:noFill/>
          </a:ln>
        </p:spPr>
      </p:pic>
      <p:sp>
        <p:nvSpPr>
          <p:cNvPr id="87" name="Google Shape;87;p27">
            <a:extLst xmlns:a="http://schemas.openxmlformats.org/drawingml/2006/main">
              <a:ext uri="{FF2B5EF4-FFF2-40B4-BE49-F238E27FC236}">
                <a16:creationId xmlns:a16="http://schemas.microsoft.com/office/drawing/2014/main" id="{F91E1B56-0999-43D3-A3AB-7A89F282B04A}"/>
              </a:ext>
            </a:extLst>
          </p:cNvPr>
          <p:cNvSpPr>
            <a:spLocks xmlns:a="http://schemas.openxmlformats.org/drawingml/2006/main" noGrp="1"/>
          </p:cNvSpPr>
          <p:nvPr>
            <p:ph type="title" idx="0"/>
          </p:nvPr>
        </p:nvSpPr>
        <p:spPr>
          <a:xfrm xmlns:a="http://schemas.openxmlformats.org/drawingml/2006/main">
            <a:off x="1024467" y="753533"/>
            <a:ext cx="10151533" cy="260449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lt1"/>
              </a:buClr>
              <a:buSzPts val="3200"/>
              <a:buFont typeface="Century Gothic"/>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8" name="Google Shape;88;p27">
            <a:extLst xmlns:a="http://schemas.openxmlformats.org/drawingml/2006/main">
              <a:ext uri="{FF2B5EF4-FFF2-40B4-BE49-F238E27FC236}">
                <a16:creationId xmlns:a16="http://schemas.microsoft.com/office/drawing/2014/main" id="{73997618-1097-485D-96FB-78497DF1E613}"/>
              </a:ext>
            </a:extLst>
          </p:cNvPr>
          <p:cNvSpPr>
            <a:spLocks xmlns:a="http://schemas.openxmlformats.org/drawingml/2006/main" noGrp="1"/>
          </p:cNvSpPr>
          <p:nvPr>
            <p:ph type="body" idx="1"/>
          </p:nvPr>
        </p:nvSpPr>
        <p:spPr>
          <a:xfrm xmlns:a="http://schemas.openxmlformats.org/drawingml/2006/main">
            <a:off x="1303865" y="3365556"/>
            <a:ext cx="9592736" cy="44444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lt1"/>
              </a:buClr>
              <a:buSzPts val="1400"/>
              <a:buNone/>
              <a:defRPr sz="1400"/>
            </a:lvl1pPr>
            <a:lvl2pPr marL="914400" indent="-228600" algn="l">
              <a:lnSpc>
                <a:spcPct val="90000"/>
              </a:lnSpc>
              <a:spcBef>
                <a:spcPts val="500"/>
              </a:spcBef>
              <a:spcAft>
                <a:spcPts val="0"/>
              </a:spcAft>
              <a:buClr>
                <a:schemeClr val="lt1"/>
              </a:buClr>
              <a:buSzPts val="1400"/>
              <a:buNone/>
              <a:defRPr sz="1400"/>
            </a:lvl2pPr>
            <a:lvl3pPr marL="1371600" indent="-228600" algn="l">
              <a:lnSpc>
                <a:spcPct val="90000"/>
              </a:lnSpc>
              <a:spcBef>
                <a:spcPts val="500"/>
              </a:spcBef>
              <a:spcAft>
                <a:spcPts val="0"/>
              </a:spcAft>
              <a:buClr>
                <a:schemeClr val="lt1"/>
              </a:buClr>
              <a:buSzPts val="1200"/>
              <a:buNone/>
              <a:defRPr sz="1200"/>
            </a:lvl3pPr>
            <a:lvl4pPr marL="1828800" indent="-228600" algn="l">
              <a:lnSpc>
                <a:spcPct val="90000"/>
              </a:lnSpc>
              <a:spcBef>
                <a:spcPts val="500"/>
              </a:spcBef>
              <a:spcAft>
                <a:spcPts val="0"/>
              </a:spcAft>
              <a:buClr>
                <a:schemeClr val="lt1"/>
              </a:buClr>
              <a:buSzPts val="1000"/>
              <a:buNone/>
              <a:defRPr sz="1000"/>
            </a:lvl4pPr>
            <a:lvl5pPr marL="2286000" indent="-228600" algn="l">
              <a:lnSpc>
                <a:spcPct val="90000"/>
              </a:lnSpc>
              <a:spcBef>
                <a:spcPts val="500"/>
              </a:spcBef>
              <a:spcAft>
                <a:spcPts val="0"/>
              </a:spcAft>
              <a:buClr>
                <a:schemeClr val="lt1"/>
              </a:buClr>
              <a:buSzPts val="1000"/>
              <a:buNone/>
              <a:defRPr sz="1000"/>
            </a:lvl5pPr>
            <a:lvl6pPr marL="2743200" indent="-228600" algn="l">
              <a:lnSpc>
                <a:spcPct val="90000"/>
              </a:lnSpc>
              <a:spcBef>
                <a:spcPts val="500"/>
              </a:spcBef>
              <a:spcAft>
                <a:spcPts val="0"/>
              </a:spcAft>
              <a:buClr>
                <a:schemeClr val="lt1"/>
              </a:buClr>
              <a:buSzPts val="1000"/>
              <a:buNone/>
              <a:defRPr sz="1000"/>
            </a:lvl6pPr>
            <a:lvl7pPr marL="3200400" indent="-228600" algn="l">
              <a:lnSpc>
                <a:spcPct val="90000"/>
              </a:lnSpc>
              <a:spcBef>
                <a:spcPts val="500"/>
              </a:spcBef>
              <a:spcAft>
                <a:spcPts val="0"/>
              </a:spcAft>
              <a:buClr>
                <a:schemeClr val="lt1"/>
              </a:buClr>
              <a:buSzPts val="1000"/>
              <a:buNone/>
              <a:defRPr sz="1000"/>
            </a:lvl7pPr>
            <a:lvl8pPr marL="3657600" indent="-228600" algn="l">
              <a:lnSpc>
                <a:spcPct val="90000"/>
              </a:lnSpc>
              <a:spcBef>
                <a:spcPts val="500"/>
              </a:spcBef>
              <a:spcAft>
                <a:spcPts val="0"/>
              </a:spcAft>
              <a:buClr>
                <a:schemeClr val="lt1"/>
              </a:buClr>
              <a:buSzPts val="1000"/>
              <a:buNone/>
              <a:defRPr sz="1000"/>
            </a:lvl8pPr>
            <a:lvl9pPr marL="4114800" indent="-228600" algn="l">
              <a:lnSpc>
                <a:spcPct val="90000"/>
              </a:lnSpc>
              <a:spcBef>
                <a:spcPts val="500"/>
              </a:spcBef>
              <a:spcAft>
                <a:spcPts val="0"/>
              </a:spcAft>
              <a:buClr>
                <a:schemeClr val="lt1"/>
              </a:buClr>
              <a:buSzPts val="1000"/>
              <a:buNone/>
              <a:defRPr sz="1000"/>
            </a:lvl9pPr>
          </a:lstStyle>
          <a:p xmlns:a="http://schemas.openxmlformats.org/drawingml/2006/main">
            <a:endParaRPr/>
          </a:p>
        </p:txBody>
      </p:sp>
      <p:sp>
        <p:nvSpPr>
          <p:cNvPr id="89" name="Google Shape;89;p27">
            <a:extLst xmlns:a="http://schemas.openxmlformats.org/drawingml/2006/main">
              <a:ext uri="{FF2B5EF4-FFF2-40B4-BE49-F238E27FC236}">
                <a16:creationId xmlns:a16="http://schemas.microsoft.com/office/drawing/2014/main" id="{6BBAEBE8-B00C-4E0A-AB19-96CBD3DE8645}"/>
              </a:ext>
            </a:extLst>
          </p:cNvPr>
          <p:cNvSpPr>
            <a:spLocks xmlns:a="http://schemas.openxmlformats.org/drawingml/2006/main" noGrp="1"/>
          </p:cNvSpPr>
          <p:nvPr>
            <p:ph type="body" idx="2"/>
          </p:nvPr>
        </p:nvSpPr>
        <p:spPr>
          <a:xfrm xmlns:a="http://schemas.openxmlformats.org/drawingml/2006/main">
            <a:off x="1024467" y="3959862"/>
            <a:ext cx="10151533" cy="679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1000"/>
              </a:spcBef>
              <a:spcAft>
                <a:spcPts val="0"/>
              </a:spcAft>
              <a:buClr>
                <a:schemeClr val="lt1"/>
              </a:buClr>
              <a:buSzPts val="1600"/>
              <a:buNone/>
              <a:defRPr sz="1600"/>
            </a:lvl1pPr>
            <a:lvl2pPr marL="914400" indent="-228600" algn="l">
              <a:lnSpc>
                <a:spcPct val="90000"/>
              </a:lnSpc>
              <a:spcBef>
                <a:spcPts val="500"/>
              </a:spcBef>
              <a:spcAft>
                <a:spcPts val="0"/>
              </a:spcAft>
              <a:buClr>
                <a:schemeClr val="lt1"/>
              </a:buClr>
              <a:buSzPts val="1400"/>
              <a:buNone/>
              <a:defRPr sz="1400"/>
            </a:lvl2pPr>
            <a:lvl3pPr marL="1371600" indent="-228600" algn="l">
              <a:lnSpc>
                <a:spcPct val="90000"/>
              </a:lnSpc>
              <a:spcBef>
                <a:spcPts val="500"/>
              </a:spcBef>
              <a:spcAft>
                <a:spcPts val="0"/>
              </a:spcAft>
              <a:buClr>
                <a:schemeClr val="lt1"/>
              </a:buClr>
              <a:buSzPts val="1200"/>
              <a:buNone/>
              <a:defRPr sz="1200"/>
            </a:lvl3pPr>
            <a:lvl4pPr marL="1828800" indent="-228600" algn="l">
              <a:lnSpc>
                <a:spcPct val="90000"/>
              </a:lnSpc>
              <a:spcBef>
                <a:spcPts val="500"/>
              </a:spcBef>
              <a:spcAft>
                <a:spcPts val="0"/>
              </a:spcAft>
              <a:buClr>
                <a:schemeClr val="lt1"/>
              </a:buClr>
              <a:buSzPts val="1000"/>
              <a:buNone/>
              <a:defRPr sz="1000"/>
            </a:lvl4pPr>
            <a:lvl5pPr marL="2286000" indent="-228600" algn="l">
              <a:lnSpc>
                <a:spcPct val="90000"/>
              </a:lnSpc>
              <a:spcBef>
                <a:spcPts val="500"/>
              </a:spcBef>
              <a:spcAft>
                <a:spcPts val="0"/>
              </a:spcAft>
              <a:buClr>
                <a:schemeClr val="lt1"/>
              </a:buClr>
              <a:buSzPts val="1000"/>
              <a:buNone/>
              <a:defRPr sz="1000"/>
            </a:lvl5pPr>
            <a:lvl6pPr marL="2743200" indent="-228600" algn="l">
              <a:lnSpc>
                <a:spcPct val="90000"/>
              </a:lnSpc>
              <a:spcBef>
                <a:spcPts val="500"/>
              </a:spcBef>
              <a:spcAft>
                <a:spcPts val="0"/>
              </a:spcAft>
              <a:buClr>
                <a:schemeClr val="lt1"/>
              </a:buClr>
              <a:buSzPts val="1000"/>
              <a:buNone/>
              <a:defRPr sz="1000"/>
            </a:lvl6pPr>
            <a:lvl7pPr marL="3200400" indent="-228600" algn="l">
              <a:lnSpc>
                <a:spcPct val="90000"/>
              </a:lnSpc>
              <a:spcBef>
                <a:spcPts val="500"/>
              </a:spcBef>
              <a:spcAft>
                <a:spcPts val="0"/>
              </a:spcAft>
              <a:buClr>
                <a:schemeClr val="lt1"/>
              </a:buClr>
              <a:buSzPts val="1000"/>
              <a:buNone/>
              <a:defRPr sz="1000"/>
            </a:lvl7pPr>
            <a:lvl8pPr marL="3657600" indent="-228600" algn="l">
              <a:lnSpc>
                <a:spcPct val="90000"/>
              </a:lnSpc>
              <a:spcBef>
                <a:spcPts val="500"/>
              </a:spcBef>
              <a:spcAft>
                <a:spcPts val="0"/>
              </a:spcAft>
              <a:buClr>
                <a:schemeClr val="lt1"/>
              </a:buClr>
              <a:buSzPts val="1000"/>
              <a:buNone/>
              <a:defRPr sz="1000"/>
            </a:lvl8pPr>
            <a:lvl9pPr marL="4114800" indent="-228600" algn="l">
              <a:lnSpc>
                <a:spcPct val="90000"/>
              </a:lnSpc>
              <a:spcBef>
                <a:spcPts val="500"/>
              </a:spcBef>
              <a:spcAft>
                <a:spcPts val="0"/>
              </a:spcAft>
              <a:buClr>
                <a:schemeClr val="lt1"/>
              </a:buClr>
              <a:buSzPts val="1000"/>
              <a:buNone/>
              <a:defRPr sz="1000"/>
            </a:lvl9pPr>
          </a:lstStyle>
          <a:p xmlns:a="http://schemas.openxmlformats.org/drawingml/2006/main">
            <a:endParaRPr/>
          </a:p>
        </p:txBody>
      </p:sp>
      <p:sp>
        <p:nvSpPr>
          <p:cNvPr id="90" name="Google Shape;90;p27">
            <a:extLst xmlns:a="http://schemas.openxmlformats.org/drawingml/2006/main">
              <a:ext uri="{FF2B5EF4-FFF2-40B4-BE49-F238E27FC236}">
                <a16:creationId xmlns:a16="http://schemas.microsoft.com/office/drawing/2014/main" id="{45F3BB32-E7B1-4B11-B1EF-2727B4AF8994}"/>
              </a:ext>
            </a:extLst>
          </p:cNvPr>
          <p:cNvSpPr>
            <a:spLocks xmlns:a="http://schemas.openxmlformats.org/drawingml/2006/main" noGrp="1"/>
          </p:cNvSpPr>
          <p:nvPr>
            <p:ph type="dt" idx="10"/>
          </p:nvPr>
        </p:nvSpPr>
        <p:spPr>
          <a:xfrm xmlns:a="http://schemas.openxmlformats.org/drawingml/2006/main">
            <a:off x="7814452" y="381000"/>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91" name="Google Shape;91;p27">
            <a:extLst xmlns:a="http://schemas.openxmlformats.org/drawingml/2006/main">
              <a:ext uri="{FF2B5EF4-FFF2-40B4-BE49-F238E27FC236}">
                <a16:creationId xmlns:a16="http://schemas.microsoft.com/office/drawing/2014/main" id="{B3267390-791E-4A9C-ACB2-7132F7A60EB9}"/>
              </a:ext>
            </a:extLst>
          </p:cNvPr>
          <p:cNvSpPr>
            <a:spLocks xmlns:a="http://schemas.openxmlformats.org/drawingml/2006/main" noGrp="1"/>
          </p:cNvSpPr>
          <p:nvPr>
            <p:ph type="ftr" idx="11"/>
          </p:nvPr>
        </p:nvSpPr>
        <p:spPr>
          <a:xfrm xmlns:a="http://schemas.openxmlformats.org/drawingml/2006/main">
            <a:off x="685800" y="379941"/>
            <a:ext cx="6991492"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92" name="Google Shape;92;p27">
            <a:extLst xmlns:a="http://schemas.openxmlformats.org/drawingml/2006/main">
              <a:ext uri="{FF2B5EF4-FFF2-40B4-BE49-F238E27FC236}">
                <a16:creationId xmlns:a16="http://schemas.microsoft.com/office/drawing/2014/main" id="{238133D8-0DDC-4E0A-A103-3E3EAE12093E}"/>
              </a:ext>
            </a:extLst>
          </p:cNvPr>
          <p:cNvSpPr>
            <a:spLocks xmlns:a="http://schemas.openxmlformats.org/drawingml/2006/main" noGrp="1"/>
          </p:cNvSpPr>
          <p:nvPr>
            <p:ph type="sldNum" idx="12"/>
          </p:nvPr>
        </p:nvSpPr>
        <p:spPr>
          <a:xfrm xmlns:a="http://schemas.openxmlformats.org/drawingml/2006/main">
            <a:off x="10862452" y="381000"/>
            <a:ext cx="643748"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93" name="Google Shape;93;p27">
            <a:extLst xmlns:a="http://schemas.openxmlformats.org/drawingml/2006/main">
              <a:ext uri="{FF2B5EF4-FFF2-40B4-BE49-F238E27FC236}">
                <a16:creationId xmlns:a16="http://schemas.microsoft.com/office/drawing/2014/main" id="{18822F63-2DBF-40EB-8058-5D88D4A50353}"/>
              </a:ext>
            </a:extLst>
          </p:cNvPr>
          <p:cNvSpPr>
            <a:spLocks xmlns:a="http://schemas.openxmlformats.org/drawingml/2006/main" noGrp="1"/>
          </p:cNvSpPr>
          <p:nvPr/>
        </p:nvSpPr>
        <p:spPr>
          <a:xfrm xmlns:a="http://schemas.openxmlformats.org/drawingml/2006/main">
            <a:off x="476250" y="933450"/>
            <a:ext cx="609600" cy="5847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chemeClr val="lt1"/>
              </a:buClr>
              <a:buSzPts val="8000"/>
              <a:buFont typeface="Century Gothic"/>
              <a:buNone/>
            </a:pPr>
            <a:r>
              <a:rPr sz="8000" b="0" i="0" u="none" strike="noStrike" cap="none">
                <a:solidFill>
                  <a:schemeClr val="lt1"/>
                </a:solidFill>
                <a:latin typeface="Century Gothic"/>
                <a:ea typeface="Century Gothic"/>
                <a:cs typeface="Century Gothic"/>
              </a:rPr>
              <a:t>“</a:t>
            </a:r>
            <a:endParaRPr sz="1400" b="0" i="0" u="none" strike="noStrike" cap="none">
              <a:solidFill>
                <a:srgbClr val="000000"/>
              </a:solidFill>
              <a:latin typeface="Arial"/>
              <a:ea typeface="Arial"/>
              <a:cs typeface="Arial"/>
            </a:endParaRPr>
          </a:p>
        </p:txBody>
      </p:sp>
      <p:sp>
        <p:nvSpPr>
          <p:cNvPr id="94" name="Google Shape;94;p27">
            <a:extLst xmlns:a="http://schemas.openxmlformats.org/drawingml/2006/main">
              <a:ext uri="{FF2B5EF4-FFF2-40B4-BE49-F238E27FC236}">
                <a16:creationId xmlns:a16="http://schemas.microsoft.com/office/drawing/2014/main" id="{3C19BF03-E9A6-40DB-ACAC-B2C58BDF9B27}"/>
              </a:ext>
            </a:extLst>
          </p:cNvPr>
          <p:cNvSpPr>
            <a:spLocks xmlns:a="http://schemas.openxmlformats.org/drawingml/2006/main" noGrp="1"/>
          </p:cNvSpPr>
          <p:nvPr/>
        </p:nvSpPr>
        <p:spPr>
          <a:xfrm xmlns:a="http://schemas.openxmlformats.org/drawingml/2006/main">
            <a:off x="10984230" y="2701290"/>
            <a:ext cx="609600" cy="58477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chemeClr val="lt1"/>
              </a:buClr>
              <a:buSzPts val="8000"/>
              <a:buFont typeface="Century Gothic"/>
              <a:buNone/>
            </a:pPr>
            <a:r>
              <a:rPr sz="8000" b="0" i="0" u="none" strike="noStrike" cap="none">
                <a:solidFill>
                  <a:schemeClr val="lt1"/>
                </a:solidFill>
                <a:latin typeface="Century Gothic"/>
                <a:ea typeface="Century Gothic"/>
                <a:cs typeface="Century Gothic"/>
              </a:rPr>
              <a:t>”</a:t>
            </a:r>
            <a:endParaRPr sz="1400" b="0" i="0" u="none" strike="noStrike" cap="none">
              <a:solidFill>
                <a:srgbClr val="000000"/>
              </a:solidFill>
              <a:latin typeface="Arial"/>
              <a:ea typeface="Arial"/>
              <a:cs typeface="Arial"/>
            </a:endParaRPr>
          </a:p>
        </p:txBody>
      </p:sp>
    </p:spTree>
  </p:cSld>
</p:sldLayout>
</file>

<file path=ppt/slideLayouts/slideLayout13.xml><?xml version="1.0" encoding="utf-8"?>
<p:sldLayout xmlns:p="http://schemas.openxmlformats.org/presentationml/2006/main" showMasterSp="0" matchingName="Name Card">
  <p:cSld name="Name Card">
    <p:spTree>
      <p:nvGrpSpPr>
        <p:cNvPr id="1" name=""/>
        <p:cNvGrpSpPr/>
        <p:nvPr/>
      </p:nvGrpSpPr>
      <p:grpSpPr>
        <a:xfrm xmlns:a="http://schemas.openxmlformats.org/drawingml/2006/main"/>
      </p:grpSpPr>
      <p:pic>
        <p:nvPicPr>
          <p:cNvPr id="96" name="Google Shape;96;p28">
            <a:extLst xmlns:a="http://schemas.openxmlformats.org/drawingml/2006/main">
              <a:ext uri="{FF2B5EF4-FFF2-40B4-BE49-F238E27FC236}">
                <a16:creationId xmlns:a16="http://schemas.microsoft.com/office/drawing/2014/main" id="{91CABF7A-BE86-4D7D-97D6-CD6E6D8AE67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922a01c2304cfd">
            <a:alphaModFix/>
          </a:blip>
          <a:srcRect xmlns:a="http://schemas.openxmlformats.org/drawingml/2006/main" l="0" t="0" r="0" b="0"/>
          <a:stretch xmlns:a="http://schemas.openxmlformats.org/drawingml/2006/main"/>
        </p:blipFill>
        <p:spPr>
          <a:xfrm xmlns:a="http://schemas.openxmlformats.org/drawingml/2006/main">
            <a:off x="0" y="4375150"/>
            <a:ext cx="12192000" cy="2482850"/>
          </a:xfrm>
          <a:prstGeom xmlns:a="http://schemas.openxmlformats.org/drawingml/2006/main" prst="rect">
            <a:avLst/>
          </a:prstGeom>
          <a:ln xmlns:a="http://schemas.openxmlformats.org/drawingml/2006/main">
            <a:noFill/>
          </a:ln>
        </p:spPr>
      </p:pic>
      <p:sp>
        <p:nvSpPr>
          <p:cNvPr id="97" name="Google Shape;97;p28">
            <a:extLst xmlns:a="http://schemas.openxmlformats.org/drawingml/2006/main">
              <a:ext uri="{FF2B5EF4-FFF2-40B4-BE49-F238E27FC236}">
                <a16:creationId xmlns:a16="http://schemas.microsoft.com/office/drawing/2014/main" id="{B8A941D1-E64D-4EEE-B695-C8498C61F98F}"/>
              </a:ext>
            </a:extLst>
          </p:cNvPr>
          <p:cNvSpPr>
            <a:spLocks xmlns:a="http://schemas.openxmlformats.org/drawingml/2006/main" noGrp="1"/>
          </p:cNvSpPr>
          <p:nvPr>
            <p:ph type="title" idx="0"/>
          </p:nvPr>
        </p:nvSpPr>
        <p:spPr>
          <a:xfrm xmlns:a="http://schemas.openxmlformats.org/drawingml/2006/main">
            <a:off x="1024495" y="1124701"/>
            <a:ext cx="10146186" cy="251183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90000"/>
              </a:lnSpc>
              <a:spcBef>
                <a:spcPts val="0"/>
              </a:spcBef>
              <a:spcAft>
                <a:spcPts val="0"/>
              </a:spcAft>
              <a:buClr>
                <a:schemeClr val="lt1"/>
              </a:buClr>
              <a:buSzPts val="3200"/>
              <a:buFont typeface="Century Gothic"/>
              <a:buNone/>
              <a:defRPr sz="320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98" name="Google Shape;98;p28">
            <a:extLst xmlns:a="http://schemas.openxmlformats.org/drawingml/2006/main">
              <a:ext uri="{FF2B5EF4-FFF2-40B4-BE49-F238E27FC236}">
                <a16:creationId xmlns:a16="http://schemas.microsoft.com/office/drawing/2014/main" id="{678E7EA6-C39D-47A5-890B-79EC032A62EA}"/>
              </a:ext>
            </a:extLst>
          </p:cNvPr>
          <p:cNvSpPr>
            <a:spLocks xmlns:a="http://schemas.openxmlformats.org/drawingml/2006/main" noGrp="1"/>
          </p:cNvSpPr>
          <p:nvPr>
            <p:ph type="body" idx="1"/>
          </p:nvPr>
        </p:nvSpPr>
        <p:spPr>
          <a:xfrm xmlns:a="http://schemas.openxmlformats.org/drawingml/2006/main">
            <a:off x="1024467" y="3648315"/>
            <a:ext cx="10144654" cy="99988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lt1"/>
              </a:buClr>
              <a:buSzPts val="1600"/>
              <a:buNone/>
              <a:defRPr sz="1600"/>
            </a:lvl1pPr>
            <a:lvl2pPr marL="914400" indent="-228600" algn="l">
              <a:lnSpc>
                <a:spcPct val="90000"/>
              </a:lnSpc>
              <a:spcBef>
                <a:spcPts val="500"/>
              </a:spcBef>
              <a:spcAft>
                <a:spcPts val="0"/>
              </a:spcAft>
              <a:buClr>
                <a:schemeClr val="lt1"/>
              </a:buClr>
              <a:buSzPts val="1400"/>
              <a:buNone/>
              <a:defRPr sz="1400"/>
            </a:lvl2pPr>
            <a:lvl3pPr marL="1371600" indent="-228600" algn="l">
              <a:lnSpc>
                <a:spcPct val="90000"/>
              </a:lnSpc>
              <a:spcBef>
                <a:spcPts val="500"/>
              </a:spcBef>
              <a:spcAft>
                <a:spcPts val="0"/>
              </a:spcAft>
              <a:buClr>
                <a:schemeClr val="lt1"/>
              </a:buClr>
              <a:buSzPts val="1200"/>
              <a:buNone/>
              <a:defRPr sz="1200"/>
            </a:lvl3pPr>
            <a:lvl4pPr marL="1828800" indent="-228600" algn="l">
              <a:lnSpc>
                <a:spcPct val="90000"/>
              </a:lnSpc>
              <a:spcBef>
                <a:spcPts val="500"/>
              </a:spcBef>
              <a:spcAft>
                <a:spcPts val="0"/>
              </a:spcAft>
              <a:buClr>
                <a:schemeClr val="lt1"/>
              </a:buClr>
              <a:buSzPts val="1000"/>
              <a:buNone/>
              <a:defRPr sz="1000"/>
            </a:lvl4pPr>
            <a:lvl5pPr marL="2286000" indent="-228600" algn="l">
              <a:lnSpc>
                <a:spcPct val="90000"/>
              </a:lnSpc>
              <a:spcBef>
                <a:spcPts val="500"/>
              </a:spcBef>
              <a:spcAft>
                <a:spcPts val="0"/>
              </a:spcAft>
              <a:buClr>
                <a:schemeClr val="lt1"/>
              </a:buClr>
              <a:buSzPts val="1000"/>
              <a:buNone/>
              <a:defRPr sz="1000"/>
            </a:lvl5pPr>
            <a:lvl6pPr marL="2743200" indent="-228600" algn="l">
              <a:lnSpc>
                <a:spcPct val="90000"/>
              </a:lnSpc>
              <a:spcBef>
                <a:spcPts val="500"/>
              </a:spcBef>
              <a:spcAft>
                <a:spcPts val="0"/>
              </a:spcAft>
              <a:buClr>
                <a:schemeClr val="lt1"/>
              </a:buClr>
              <a:buSzPts val="1000"/>
              <a:buNone/>
              <a:defRPr sz="1000"/>
            </a:lvl6pPr>
            <a:lvl7pPr marL="3200400" indent="-228600" algn="l">
              <a:lnSpc>
                <a:spcPct val="90000"/>
              </a:lnSpc>
              <a:spcBef>
                <a:spcPts val="500"/>
              </a:spcBef>
              <a:spcAft>
                <a:spcPts val="0"/>
              </a:spcAft>
              <a:buClr>
                <a:schemeClr val="lt1"/>
              </a:buClr>
              <a:buSzPts val="1000"/>
              <a:buNone/>
              <a:defRPr sz="1000"/>
            </a:lvl7pPr>
            <a:lvl8pPr marL="3657600" indent="-228600" algn="l">
              <a:lnSpc>
                <a:spcPct val="90000"/>
              </a:lnSpc>
              <a:spcBef>
                <a:spcPts val="500"/>
              </a:spcBef>
              <a:spcAft>
                <a:spcPts val="0"/>
              </a:spcAft>
              <a:buClr>
                <a:schemeClr val="lt1"/>
              </a:buClr>
              <a:buSzPts val="1000"/>
              <a:buNone/>
              <a:defRPr sz="1000"/>
            </a:lvl8pPr>
            <a:lvl9pPr marL="4114800" indent="-228600" algn="l">
              <a:lnSpc>
                <a:spcPct val="90000"/>
              </a:lnSpc>
              <a:spcBef>
                <a:spcPts val="500"/>
              </a:spcBef>
              <a:spcAft>
                <a:spcPts val="0"/>
              </a:spcAft>
              <a:buClr>
                <a:schemeClr val="lt1"/>
              </a:buClr>
              <a:buSzPts val="1000"/>
              <a:buNone/>
              <a:defRPr sz="1000"/>
            </a:lvl9pPr>
          </a:lstStyle>
          <a:p xmlns:a="http://schemas.openxmlformats.org/drawingml/2006/main">
            <a:endParaRPr/>
          </a:p>
        </p:txBody>
      </p:sp>
      <p:sp>
        <p:nvSpPr>
          <p:cNvPr id="99" name="Google Shape;99;p28">
            <a:extLst xmlns:a="http://schemas.openxmlformats.org/drawingml/2006/main">
              <a:ext uri="{FF2B5EF4-FFF2-40B4-BE49-F238E27FC236}">
                <a16:creationId xmlns:a16="http://schemas.microsoft.com/office/drawing/2014/main" id="{206923A1-F539-4882-B1C7-D7832B98AE95}"/>
              </a:ext>
            </a:extLst>
          </p:cNvPr>
          <p:cNvSpPr>
            <a:spLocks xmlns:a="http://schemas.openxmlformats.org/drawingml/2006/main" noGrp="1"/>
          </p:cNvSpPr>
          <p:nvPr>
            <p:ph type="dt" idx="10"/>
          </p:nvPr>
        </p:nvSpPr>
        <p:spPr>
          <a:xfrm xmlns:a="http://schemas.openxmlformats.org/drawingml/2006/main">
            <a:off x="7814452" y="378883"/>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00" name="Google Shape;100;p28">
            <a:extLst xmlns:a="http://schemas.openxmlformats.org/drawingml/2006/main">
              <a:ext uri="{FF2B5EF4-FFF2-40B4-BE49-F238E27FC236}">
                <a16:creationId xmlns:a16="http://schemas.microsoft.com/office/drawing/2014/main" id="{1DB3E6B5-41DB-4548-979C-58CF863663DC}"/>
              </a:ext>
            </a:extLst>
          </p:cNvPr>
          <p:cNvSpPr>
            <a:spLocks xmlns:a="http://schemas.openxmlformats.org/drawingml/2006/main" noGrp="1"/>
          </p:cNvSpPr>
          <p:nvPr>
            <p:ph type="ftr" idx="11"/>
          </p:nvPr>
        </p:nvSpPr>
        <p:spPr>
          <a:xfrm xmlns:a="http://schemas.openxmlformats.org/drawingml/2006/main">
            <a:off x="685800" y="378883"/>
            <a:ext cx="6991492"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01" name="Google Shape;101;p28">
            <a:extLst xmlns:a="http://schemas.openxmlformats.org/drawingml/2006/main">
              <a:ext uri="{FF2B5EF4-FFF2-40B4-BE49-F238E27FC236}">
                <a16:creationId xmlns:a16="http://schemas.microsoft.com/office/drawing/2014/main" id="{5855A519-8920-4E71-9AC6-366F07C4831D}"/>
              </a:ext>
            </a:extLst>
          </p:cNvPr>
          <p:cNvSpPr>
            <a:spLocks xmlns:a="http://schemas.openxmlformats.org/drawingml/2006/main" noGrp="1"/>
          </p:cNvSpPr>
          <p:nvPr>
            <p:ph type="sldNum" idx="12"/>
          </p:nvPr>
        </p:nvSpPr>
        <p:spPr>
          <a:xfrm xmlns:a="http://schemas.openxmlformats.org/drawingml/2006/main">
            <a:off x="10862452" y="381000"/>
            <a:ext cx="643748"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3 Column">
  <p:cSld name="3 Column">
    <p:spTree>
      <p:nvGrpSpPr>
        <p:cNvPr id="1" name=""/>
        <p:cNvGrpSpPr/>
        <p:nvPr/>
      </p:nvGrpSpPr>
      <p:grpSpPr>
        <a:xfrm xmlns:a="http://schemas.openxmlformats.org/drawingml/2006/main"/>
      </p:grpSpPr>
      <p:sp>
        <p:nvSpPr>
          <p:cNvPr id="103" name="Google Shape;103;p29">
            <a:extLst xmlns:a="http://schemas.openxmlformats.org/drawingml/2006/main">
              <a:ext uri="{FF2B5EF4-FFF2-40B4-BE49-F238E27FC236}">
                <a16:creationId xmlns:a16="http://schemas.microsoft.com/office/drawing/2014/main" id="{E61AAD2B-1F21-45D0-A070-4BAAF38E5B0E}"/>
              </a:ext>
            </a:extLst>
          </p:cNvPr>
          <p:cNvSpPr>
            <a:spLocks xmlns:a="http://schemas.openxmlformats.org/drawingml/2006/main" noGrp="1"/>
          </p:cNvSpPr>
          <p:nvPr>
            <p:ph type="title" idx="0"/>
          </p:nvPr>
        </p:nvSpPr>
        <p:spPr>
          <a:xfrm xmlns:a="http://schemas.openxmlformats.org/drawingml/2006/main">
            <a:off x="2895600" y="761999"/>
            <a:ext cx="8610599" cy="130386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r">
              <a:lnSpc>
                <a:spcPct val="9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04" name="Google Shape;104;p29">
            <a:extLst xmlns:a="http://schemas.openxmlformats.org/drawingml/2006/main">
              <a:ext uri="{FF2B5EF4-FFF2-40B4-BE49-F238E27FC236}">
                <a16:creationId xmlns:a16="http://schemas.microsoft.com/office/drawing/2014/main" id="{868C3C07-96FE-4373-B3AB-13BE820DA5D0}"/>
              </a:ext>
            </a:extLst>
          </p:cNvPr>
          <p:cNvSpPr>
            <a:spLocks xmlns:a="http://schemas.openxmlformats.org/drawingml/2006/main" noGrp="1"/>
          </p:cNvSpPr>
          <p:nvPr>
            <p:ph type="body" idx="1"/>
          </p:nvPr>
        </p:nvSpPr>
        <p:spPr>
          <a:xfrm xmlns:a="http://schemas.openxmlformats.org/drawingml/2006/main">
            <a:off x="685800" y="2202080"/>
            <a:ext cx="3456432" cy="617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90000"/>
              </a:lnSpc>
              <a:spcBef>
                <a:spcPts val="1000"/>
              </a:spcBef>
              <a:spcAft>
                <a:spcPts val="0"/>
              </a:spcAft>
              <a:buClr>
                <a:schemeClr val="lt1"/>
              </a:buClr>
              <a:buSzPts val="2400"/>
              <a:buNone/>
              <a:defRPr sz="24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xmlns:a="http://schemas.openxmlformats.org/drawingml/2006/main">
            <a:endParaRPr/>
          </a:p>
        </p:txBody>
      </p:sp>
      <p:sp>
        <p:nvSpPr>
          <p:cNvPr id="105" name="Google Shape;105;p29">
            <a:extLst xmlns:a="http://schemas.openxmlformats.org/drawingml/2006/main">
              <a:ext uri="{FF2B5EF4-FFF2-40B4-BE49-F238E27FC236}">
                <a16:creationId xmlns:a16="http://schemas.microsoft.com/office/drawing/2014/main" id="{2CBF6619-AEC5-46E2-AEA6-9C2E8CE612B9}"/>
              </a:ext>
            </a:extLst>
          </p:cNvPr>
          <p:cNvSpPr>
            <a:spLocks xmlns:a="http://schemas.openxmlformats.org/drawingml/2006/main" noGrp="1"/>
          </p:cNvSpPr>
          <p:nvPr>
            <p:ph type="body" idx="2"/>
          </p:nvPr>
        </p:nvSpPr>
        <p:spPr>
          <a:xfrm xmlns:a="http://schemas.openxmlformats.org/drawingml/2006/main">
            <a:off x="685799" y="2904565"/>
            <a:ext cx="3456432" cy="33141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lt1"/>
              </a:buClr>
              <a:buSzPts val="1400"/>
              <a:buNone/>
              <a:defRPr sz="1400"/>
            </a:lvl1pPr>
            <a:lvl2pPr marL="914400" indent="-228600" algn="l">
              <a:lnSpc>
                <a:spcPct val="90000"/>
              </a:lnSpc>
              <a:spcBef>
                <a:spcPts val="500"/>
              </a:spcBef>
              <a:spcAft>
                <a:spcPts val="0"/>
              </a:spcAft>
              <a:buClr>
                <a:schemeClr val="lt1"/>
              </a:buClr>
              <a:buSzPts val="1200"/>
              <a:buNone/>
              <a:defRPr sz="1200"/>
            </a:lvl2pPr>
            <a:lvl3pPr marL="1371600" indent="-228600" algn="l">
              <a:lnSpc>
                <a:spcPct val="90000"/>
              </a:lnSpc>
              <a:spcBef>
                <a:spcPts val="500"/>
              </a:spcBef>
              <a:spcAft>
                <a:spcPts val="0"/>
              </a:spcAft>
              <a:buClr>
                <a:schemeClr val="lt1"/>
              </a:buClr>
              <a:buSzPts val="1000"/>
              <a:buNone/>
              <a:defRPr sz="1000"/>
            </a:lvl3pPr>
            <a:lvl4pPr marL="1828800" indent="-228600" algn="l">
              <a:lnSpc>
                <a:spcPct val="90000"/>
              </a:lnSpc>
              <a:spcBef>
                <a:spcPts val="500"/>
              </a:spcBef>
              <a:spcAft>
                <a:spcPts val="0"/>
              </a:spcAft>
              <a:buClr>
                <a:schemeClr val="lt1"/>
              </a:buClr>
              <a:buSzPts val="900"/>
              <a:buNone/>
              <a:defRPr sz="900"/>
            </a:lvl4pPr>
            <a:lvl5pPr marL="2286000" indent="-228600" algn="l">
              <a:lnSpc>
                <a:spcPct val="90000"/>
              </a:lnSpc>
              <a:spcBef>
                <a:spcPts val="500"/>
              </a:spcBef>
              <a:spcAft>
                <a:spcPts val="0"/>
              </a:spcAft>
              <a:buClr>
                <a:schemeClr val="lt1"/>
              </a:buClr>
              <a:buSzPts val="900"/>
              <a:buNone/>
              <a:defRPr sz="900"/>
            </a:lvl5pPr>
            <a:lvl6pPr marL="2743200" indent="-228600" algn="l">
              <a:lnSpc>
                <a:spcPct val="90000"/>
              </a:lnSpc>
              <a:spcBef>
                <a:spcPts val="500"/>
              </a:spcBef>
              <a:spcAft>
                <a:spcPts val="0"/>
              </a:spcAft>
              <a:buClr>
                <a:schemeClr val="lt1"/>
              </a:buClr>
              <a:buSzPts val="900"/>
              <a:buNone/>
              <a:defRPr sz="900"/>
            </a:lvl6pPr>
            <a:lvl7pPr marL="3200400" indent="-228600" algn="l">
              <a:lnSpc>
                <a:spcPct val="90000"/>
              </a:lnSpc>
              <a:spcBef>
                <a:spcPts val="500"/>
              </a:spcBef>
              <a:spcAft>
                <a:spcPts val="0"/>
              </a:spcAft>
              <a:buClr>
                <a:schemeClr val="lt1"/>
              </a:buClr>
              <a:buSzPts val="900"/>
              <a:buNone/>
              <a:defRPr sz="900"/>
            </a:lvl7pPr>
            <a:lvl8pPr marL="3657600" indent="-228600" algn="l">
              <a:lnSpc>
                <a:spcPct val="90000"/>
              </a:lnSpc>
              <a:spcBef>
                <a:spcPts val="500"/>
              </a:spcBef>
              <a:spcAft>
                <a:spcPts val="0"/>
              </a:spcAft>
              <a:buClr>
                <a:schemeClr val="lt1"/>
              </a:buClr>
              <a:buSzPts val="900"/>
              <a:buNone/>
              <a:defRPr sz="900"/>
            </a:lvl8pPr>
            <a:lvl9pPr marL="4114800" indent="-228600" algn="l">
              <a:lnSpc>
                <a:spcPct val="90000"/>
              </a:lnSpc>
              <a:spcBef>
                <a:spcPts val="500"/>
              </a:spcBef>
              <a:spcAft>
                <a:spcPts val="0"/>
              </a:spcAft>
              <a:buClr>
                <a:schemeClr val="lt1"/>
              </a:buClr>
              <a:buSzPts val="900"/>
              <a:buNone/>
              <a:defRPr sz="900"/>
            </a:lvl9pPr>
          </a:lstStyle>
          <a:p xmlns:a="http://schemas.openxmlformats.org/drawingml/2006/main">
            <a:endParaRPr/>
          </a:p>
        </p:txBody>
      </p:sp>
      <p:sp>
        <p:nvSpPr>
          <p:cNvPr id="106" name="Google Shape;106;p29">
            <a:extLst xmlns:a="http://schemas.openxmlformats.org/drawingml/2006/main">
              <a:ext uri="{FF2B5EF4-FFF2-40B4-BE49-F238E27FC236}">
                <a16:creationId xmlns:a16="http://schemas.microsoft.com/office/drawing/2014/main" id="{154D3B58-16FC-47C9-85A8-14E14706647B}"/>
              </a:ext>
            </a:extLst>
          </p:cNvPr>
          <p:cNvSpPr>
            <a:spLocks xmlns:a="http://schemas.openxmlformats.org/drawingml/2006/main" noGrp="1"/>
          </p:cNvSpPr>
          <p:nvPr>
            <p:ph type="body" idx="3"/>
          </p:nvPr>
        </p:nvSpPr>
        <p:spPr>
          <a:xfrm xmlns:a="http://schemas.openxmlformats.org/drawingml/2006/main">
            <a:off x="4368800" y="2201333"/>
            <a:ext cx="3456432" cy="6265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90000"/>
              </a:lnSpc>
              <a:spcBef>
                <a:spcPts val="1000"/>
              </a:spcBef>
              <a:spcAft>
                <a:spcPts val="0"/>
              </a:spcAft>
              <a:buClr>
                <a:schemeClr val="lt1"/>
              </a:buClr>
              <a:buSzPts val="2400"/>
              <a:buNone/>
              <a:defRPr sz="24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xmlns:a="http://schemas.openxmlformats.org/drawingml/2006/main">
            <a:endParaRPr/>
          </a:p>
        </p:txBody>
      </p:sp>
      <p:sp>
        <p:nvSpPr>
          <p:cNvPr id="107" name="Google Shape;107;p29">
            <a:extLst xmlns:a="http://schemas.openxmlformats.org/drawingml/2006/main">
              <a:ext uri="{FF2B5EF4-FFF2-40B4-BE49-F238E27FC236}">
                <a16:creationId xmlns:a16="http://schemas.microsoft.com/office/drawing/2014/main" id="{EB7CFF82-4E87-44D9-92B9-E724C9B80AEA}"/>
              </a:ext>
            </a:extLst>
          </p:cNvPr>
          <p:cNvSpPr>
            <a:spLocks xmlns:a="http://schemas.openxmlformats.org/drawingml/2006/main" noGrp="1"/>
          </p:cNvSpPr>
          <p:nvPr>
            <p:ph type="body" idx="4"/>
          </p:nvPr>
        </p:nvSpPr>
        <p:spPr>
          <a:xfrm xmlns:a="http://schemas.openxmlformats.org/drawingml/2006/main">
            <a:off x="4366858" y="2904067"/>
            <a:ext cx="3456432" cy="331461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lt1"/>
              </a:buClr>
              <a:buSzPts val="1400"/>
              <a:buNone/>
              <a:defRPr sz="1400"/>
            </a:lvl1pPr>
            <a:lvl2pPr marL="914400" indent="-228600" algn="l">
              <a:lnSpc>
                <a:spcPct val="90000"/>
              </a:lnSpc>
              <a:spcBef>
                <a:spcPts val="500"/>
              </a:spcBef>
              <a:spcAft>
                <a:spcPts val="0"/>
              </a:spcAft>
              <a:buClr>
                <a:schemeClr val="lt1"/>
              </a:buClr>
              <a:buSzPts val="1200"/>
              <a:buNone/>
              <a:defRPr sz="1200"/>
            </a:lvl2pPr>
            <a:lvl3pPr marL="1371600" indent="-228600" algn="l">
              <a:lnSpc>
                <a:spcPct val="90000"/>
              </a:lnSpc>
              <a:spcBef>
                <a:spcPts val="500"/>
              </a:spcBef>
              <a:spcAft>
                <a:spcPts val="0"/>
              </a:spcAft>
              <a:buClr>
                <a:schemeClr val="lt1"/>
              </a:buClr>
              <a:buSzPts val="1000"/>
              <a:buNone/>
              <a:defRPr sz="1000"/>
            </a:lvl3pPr>
            <a:lvl4pPr marL="1828800" indent="-228600" algn="l">
              <a:lnSpc>
                <a:spcPct val="90000"/>
              </a:lnSpc>
              <a:spcBef>
                <a:spcPts val="500"/>
              </a:spcBef>
              <a:spcAft>
                <a:spcPts val="0"/>
              </a:spcAft>
              <a:buClr>
                <a:schemeClr val="lt1"/>
              </a:buClr>
              <a:buSzPts val="900"/>
              <a:buNone/>
              <a:defRPr sz="900"/>
            </a:lvl4pPr>
            <a:lvl5pPr marL="2286000" indent="-228600" algn="l">
              <a:lnSpc>
                <a:spcPct val="90000"/>
              </a:lnSpc>
              <a:spcBef>
                <a:spcPts val="500"/>
              </a:spcBef>
              <a:spcAft>
                <a:spcPts val="0"/>
              </a:spcAft>
              <a:buClr>
                <a:schemeClr val="lt1"/>
              </a:buClr>
              <a:buSzPts val="900"/>
              <a:buNone/>
              <a:defRPr sz="900"/>
            </a:lvl5pPr>
            <a:lvl6pPr marL="2743200" indent="-228600" algn="l">
              <a:lnSpc>
                <a:spcPct val="90000"/>
              </a:lnSpc>
              <a:spcBef>
                <a:spcPts val="500"/>
              </a:spcBef>
              <a:spcAft>
                <a:spcPts val="0"/>
              </a:spcAft>
              <a:buClr>
                <a:schemeClr val="lt1"/>
              </a:buClr>
              <a:buSzPts val="900"/>
              <a:buNone/>
              <a:defRPr sz="900"/>
            </a:lvl6pPr>
            <a:lvl7pPr marL="3200400" indent="-228600" algn="l">
              <a:lnSpc>
                <a:spcPct val="90000"/>
              </a:lnSpc>
              <a:spcBef>
                <a:spcPts val="500"/>
              </a:spcBef>
              <a:spcAft>
                <a:spcPts val="0"/>
              </a:spcAft>
              <a:buClr>
                <a:schemeClr val="lt1"/>
              </a:buClr>
              <a:buSzPts val="900"/>
              <a:buNone/>
              <a:defRPr sz="900"/>
            </a:lvl7pPr>
            <a:lvl8pPr marL="3657600" indent="-228600" algn="l">
              <a:lnSpc>
                <a:spcPct val="90000"/>
              </a:lnSpc>
              <a:spcBef>
                <a:spcPts val="500"/>
              </a:spcBef>
              <a:spcAft>
                <a:spcPts val="0"/>
              </a:spcAft>
              <a:buClr>
                <a:schemeClr val="lt1"/>
              </a:buClr>
              <a:buSzPts val="900"/>
              <a:buNone/>
              <a:defRPr sz="900"/>
            </a:lvl8pPr>
            <a:lvl9pPr marL="4114800" indent="-228600" algn="l">
              <a:lnSpc>
                <a:spcPct val="90000"/>
              </a:lnSpc>
              <a:spcBef>
                <a:spcPts val="500"/>
              </a:spcBef>
              <a:spcAft>
                <a:spcPts val="0"/>
              </a:spcAft>
              <a:buClr>
                <a:schemeClr val="lt1"/>
              </a:buClr>
              <a:buSzPts val="900"/>
              <a:buNone/>
              <a:defRPr sz="900"/>
            </a:lvl9pPr>
          </a:lstStyle>
          <a:p xmlns:a="http://schemas.openxmlformats.org/drawingml/2006/main">
            <a:endParaRPr/>
          </a:p>
        </p:txBody>
      </p:sp>
      <p:sp>
        <p:nvSpPr>
          <p:cNvPr id="108" name="Google Shape;108;p29">
            <a:extLst xmlns:a="http://schemas.openxmlformats.org/drawingml/2006/main">
              <a:ext uri="{FF2B5EF4-FFF2-40B4-BE49-F238E27FC236}">
                <a16:creationId xmlns:a16="http://schemas.microsoft.com/office/drawing/2014/main" id="{51814067-1073-4547-9A40-F21413F337DF}"/>
              </a:ext>
            </a:extLst>
          </p:cNvPr>
          <p:cNvSpPr>
            <a:spLocks xmlns:a="http://schemas.openxmlformats.org/drawingml/2006/main" noGrp="1"/>
          </p:cNvSpPr>
          <p:nvPr>
            <p:ph type="body" idx="5"/>
          </p:nvPr>
        </p:nvSpPr>
        <p:spPr>
          <a:xfrm xmlns:a="http://schemas.openxmlformats.org/drawingml/2006/main">
            <a:off x="8051800" y="2192866"/>
            <a:ext cx="3456432" cy="62653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90000"/>
              </a:lnSpc>
              <a:spcBef>
                <a:spcPts val="1000"/>
              </a:spcBef>
              <a:spcAft>
                <a:spcPts val="0"/>
              </a:spcAft>
              <a:buClr>
                <a:schemeClr val="lt1"/>
              </a:buClr>
              <a:buSzPts val="2400"/>
              <a:buNone/>
              <a:defRPr sz="24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xmlns:a="http://schemas.openxmlformats.org/drawingml/2006/main">
            <a:endParaRPr/>
          </a:p>
        </p:txBody>
      </p:sp>
      <p:sp>
        <p:nvSpPr>
          <p:cNvPr id="109" name="Google Shape;109;p29">
            <a:extLst xmlns:a="http://schemas.openxmlformats.org/drawingml/2006/main">
              <a:ext uri="{FF2B5EF4-FFF2-40B4-BE49-F238E27FC236}">
                <a16:creationId xmlns:a16="http://schemas.microsoft.com/office/drawing/2014/main" id="{CB94BEA7-6612-4A21-A349-72DC67E60482}"/>
              </a:ext>
            </a:extLst>
          </p:cNvPr>
          <p:cNvSpPr>
            <a:spLocks xmlns:a="http://schemas.openxmlformats.org/drawingml/2006/main" noGrp="1"/>
          </p:cNvSpPr>
          <p:nvPr>
            <p:ph type="body" idx="6"/>
          </p:nvPr>
        </p:nvSpPr>
        <p:spPr>
          <a:xfrm xmlns:a="http://schemas.openxmlformats.org/drawingml/2006/main">
            <a:off x="8051801" y="2904565"/>
            <a:ext cx="3456432" cy="33141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lt1"/>
              </a:buClr>
              <a:buSzPts val="1400"/>
              <a:buNone/>
              <a:defRPr sz="1400"/>
            </a:lvl1pPr>
            <a:lvl2pPr marL="914400" indent="-228600" algn="l">
              <a:lnSpc>
                <a:spcPct val="90000"/>
              </a:lnSpc>
              <a:spcBef>
                <a:spcPts val="500"/>
              </a:spcBef>
              <a:spcAft>
                <a:spcPts val="0"/>
              </a:spcAft>
              <a:buClr>
                <a:schemeClr val="lt1"/>
              </a:buClr>
              <a:buSzPts val="1200"/>
              <a:buNone/>
              <a:defRPr sz="1200"/>
            </a:lvl2pPr>
            <a:lvl3pPr marL="1371600" indent="-228600" algn="l">
              <a:lnSpc>
                <a:spcPct val="90000"/>
              </a:lnSpc>
              <a:spcBef>
                <a:spcPts val="500"/>
              </a:spcBef>
              <a:spcAft>
                <a:spcPts val="0"/>
              </a:spcAft>
              <a:buClr>
                <a:schemeClr val="lt1"/>
              </a:buClr>
              <a:buSzPts val="1000"/>
              <a:buNone/>
              <a:defRPr sz="1000"/>
            </a:lvl3pPr>
            <a:lvl4pPr marL="1828800" indent="-228600" algn="l">
              <a:lnSpc>
                <a:spcPct val="90000"/>
              </a:lnSpc>
              <a:spcBef>
                <a:spcPts val="500"/>
              </a:spcBef>
              <a:spcAft>
                <a:spcPts val="0"/>
              </a:spcAft>
              <a:buClr>
                <a:schemeClr val="lt1"/>
              </a:buClr>
              <a:buSzPts val="900"/>
              <a:buNone/>
              <a:defRPr sz="900"/>
            </a:lvl4pPr>
            <a:lvl5pPr marL="2286000" indent="-228600" algn="l">
              <a:lnSpc>
                <a:spcPct val="90000"/>
              </a:lnSpc>
              <a:spcBef>
                <a:spcPts val="500"/>
              </a:spcBef>
              <a:spcAft>
                <a:spcPts val="0"/>
              </a:spcAft>
              <a:buClr>
                <a:schemeClr val="lt1"/>
              </a:buClr>
              <a:buSzPts val="900"/>
              <a:buNone/>
              <a:defRPr sz="900"/>
            </a:lvl5pPr>
            <a:lvl6pPr marL="2743200" indent="-228600" algn="l">
              <a:lnSpc>
                <a:spcPct val="90000"/>
              </a:lnSpc>
              <a:spcBef>
                <a:spcPts val="500"/>
              </a:spcBef>
              <a:spcAft>
                <a:spcPts val="0"/>
              </a:spcAft>
              <a:buClr>
                <a:schemeClr val="lt1"/>
              </a:buClr>
              <a:buSzPts val="900"/>
              <a:buNone/>
              <a:defRPr sz="900"/>
            </a:lvl6pPr>
            <a:lvl7pPr marL="3200400" indent="-228600" algn="l">
              <a:lnSpc>
                <a:spcPct val="90000"/>
              </a:lnSpc>
              <a:spcBef>
                <a:spcPts val="500"/>
              </a:spcBef>
              <a:spcAft>
                <a:spcPts val="0"/>
              </a:spcAft>
              <a:buClr>
                <a:schemeClr val="lt1"/>
              </a:buClr>
              <a:buSzPts val="900"/>
              <a:buNone/>
              <a:defRPr sz="900"/>
            </a:lvl7pPr>
            <a:lvl8pPr marL="3657600" indent="-228600" algn="l">
              <a:lnSpc>
                <a:spcPct val="90000"/>
              </a:lnSpc>
              <a:spcBef>
                <a:spcPts val="500"/>
              </a:spcBef>
              <a:spcAft>
                <a:spcPts val="0"/>
              </a:spcAft>
              <a:buClr>
                <a:schemeClr val="lt1"/>
              </a:buClr>
              <a:buSzPts val="900"/>
              <a:buNone/>
              <a:defRPr sz="900"/>
            </a:lvl8pPr>
            <a:lvl9pPr marL="4114800" indent="-228600" algn="l">
              <a:lnSpc>
                <a:spcPct val="90000"/>
              </a:lnSpc>
              <a:spcBef>
                <a:spcPts val="500"/>
              </a:spcBef>
              <a:spcAft>
                <a:spcPts val="0"/>
              </a:spcAft>
              <a:buClr>
                <a:schemeClr val="lt1"/>
              </a:buClr>
              <a:buSzPts val="900"/>
              <a:buNone/>
              <a:defRPr sz="900"/>
            </a:lvl9pPr>
          </a:lstStyle>
          <a:p xmlns:a="http://schemas.openxmlformats.org/drawingml/2006/main">
            <a:endParaRPr/>
          </a:p>
        </p:txBody>
      </p:sp>
      <p:sp>
        <p:nvSpPr>
          <p:cNvPr id="110" name="Google Shape;110;p29">
            <a:extLst xmlns:a="http://schemas.openxmlformats.org/drawingml/2006/main">
              <a:ext uri="{FF2B5EF4-FFF2-40B4-BE49-F238E27FC236}">
                <a16:creationId xmlns:a16="http://schemas.microsoft.com/office/drawing/2014/main" id="{A656DD66-BE3C-4C41-883B-E60860C89167}"/>
              </a:ext>
            </a:extLst>
          </p:cNvPr>
          <p:cNvSpPr>
            <a:spLocks xmlns:a="http://schemas.openxmlformats.org/drawingml/2006/main" noGrp="1"/>
          </p:cNvSpPr>
          <p:nvPr>
            <p:ph type="dt" idx="10"/>
          </p:nvPr>
        </p:nvSpPr>
        <p:spPr>
          <a:xfrm xmlns:a="http://schemas.openxmlformats.org/drawingml/2006/main">
            <a:off x="8595360" y="6356350"/>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11" name="Google Shape;111;p29">
            <a:extLst xmlns:a="http://schemas.openxmlformats.org/drawingml/2006/main">
              <a:ext uri="{FF2B5EF4-FFF2-40B4-BE49-F238E27FC236}">
                <a16:creationId xmlns:a16="http://schemas.microsoft.com/office/drawing/2014/main" id="{723E592D-AEFD-4AC7-A08A-D55031E735EA}"/>
              </a:ext>
            </a:extLst>
          </p:cNvPr>
          <p:cNvSpPr>
            <a:spLocks xmlns:a="http://schemas.openxmlformats.org/drawingml/2006/main" noGrp="1"/>
          </p:cNvSpPr>
          <p:nvPr>
            <p:ph type="ftr" idx="11"/>
          </p:nvPr>
        </p:nvSpPr>
        <p:spPr>
          <a:xfrm xmlns:a="http://schemas.openxmlformats.org/drawingml/2006/main">
            <a:off x="685800" y="6355845"/>
            <a:ext cx="7772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12" name="Google Shape;112;p29">
            <a:extLst xmlns:a="http://schemas.openxmlformats.org/drawingml/2006/main">
              <a:ext uri="{FF2B5EF4-FFF2-40B4-BE49-F238E27FC236}">
                <a16:creationId xmlns:a16="http://schemas.microsoft.com/office/drawing/2014/main" id="{BEAFCCFB-4521-4AAE-AE43-E2E4813A57DE}"/>
              </a:ext>
            </a:extLst>
          </p:cNvPr>
          <p:cNvSpPr>
            <a:spLocks xmlns:a="http://schemas.openxmlformats.org/drawingml/2006/main" noGrp="1"/>
          </p:cNvSpPr>
          <p:nvPr>
            <p:ph type="sldNum" idx="12"/>
          </p:nvPr>
        </p:nvSpPr>
        <p:spPr>
          <a:xfrm xmlns:a="http://schemas.openxmlformats.org/drawingml/2006/main">
            <a:off x="8763000" y="38100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5.xml><?xml version="1.0" encoding="utf-8"?>
<p:sldLayout xmlns:p="http://schemas.openxmlformats.org/presentationml/2006/main" matchingName="3 Picture Column">
  <p:cSld name="3 Picture Column">
    <p:spTree>
      <p:nvGrpSpPr>
        <p:cNvPr id="1" name=""/>
        <p:cNvGrpSpPr/>
        <p:nvPr/>
      </p:nvGrpSpPr>
      <p:grpSpPr>
        <a:xfrm xmlns:a="http://schemas.openxmlformats.org/drawingml/2006/main"/>
      </p:grpSpPr>
      <p:sp>
        <p:nvSpPr>
          <p:cNvPr id="114" name="Google Shape;114;p30">
            <a:extLst xmlns:a="http://schemas.openxmlformats.org/drawingml/2006/main">
              <a:ext uri="{FF2B5EF4-FFF2-40B4-BE49-F238E27FC236}">
                <a16:creationId xmlns:a16="http://schemas.microsoft.com/office/drawing/2014/main" id="{1B6C2CE4-4101-4625-BF37-DB64EB0AD583}"/>
              </a:ext>
            </a:extLst>
          </p:cNvPr>
          <p:cNvSpPr>
            <a:spLocks xmlns:a="http://schemas.openxmlformats.org/drawingml/2006/main" noGrp="1"/>
          </p:cNvSpPr>
          <p:nvPr>
            <p:ph type="title" idx="0"/>
          </p:nvPr>
        </p:nvSpPr>
        <p:spPr>
          <a:xfrm xmlns:a="http://schemas.openxmlformats.org/drawingml/2006/main">
            <a:off x="2895600" y="762000"/>
            <a:ext cx="8610599" cy="129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r">
              <a:lnSpc>
                <a:spcPct val="9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15" name="Google Shape;115;p30">
            <a:extLst xmlns:a="http://schemas.openxmlformats.org/drawingml/2006/main">
              <a:ext uri="{FF2B5EF4-FFF2-40B4-BE49-F238E27FC236}">
                <a16:creationId xmlns:a16="http://schemas.microsoft.com/office/drawing/2014/main" id="{C6A55AE6-EC52-46E4-AA08-E7CD43E2B755}"/>
              </a:ext>
            </a:extLst>
          </p:cNvPr>
          <p:cNvSpPr>
            <a:spLocks xmlns:a="http://schemas.openxmlformats.org/drawingml/2006/main" noGrp="1"/>
          </p:cNvSpPr>
          <p:nvPr>
            <p:ph type="body" idx="1"/>
          </p:nvPr>
        </p:nvSpPr>
        <p:spPr>
          <a:xfrm xmlns:a="http://schemas.openxmlformats.org/drawingml/2006/main">
            <a:off x="688618" y="4191000"/>
            <a:ext cx="3451582" cy="6827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90000"/>
              </a:lnSpc>
              <a:spcBef>
                <a:spcPts val="1000"/>
              </a:spcBef>
              <a:spcAft>
                <a:spcPts val="0"/>
              </a:spcAft>
              <a:buClr>
                <a:schemeClr val="lt1"/>
              </a:buClr>
              <a:buSzPts val="2400"/>
              <a:buNone/>
              <a:defRPr sz="24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xmlns:a="http://schemas.openxmlformats.org/drawingml/2006/main">
            <a:endParaRPr/>
          </a:p>
        </p:txBody>
      </p:sp>
      <p:sp>
        <p:nvSpPr>
          <p:cNvPr id="116" name="Google Shape;116;p30">
            <a:extLst xmlns:a="http://schemas.openxmlformats.org/drawingml/2006/main">
              <a:ext uri="{FF2B5EF4-FFF2-40B4-BE49-F238E27FC236}">
                <a16:creationId xmlns:a16="http://schemas.microsoft.com/office/drawing/2014/main" id="{D6998825-9DC5-4808-BB89-3F2318C64116}"/>
              </a:ext>
            </a:extLst>
          </p:cNvPr>
          <p:cNvSpPr>
            <a:spLocks xmlns:a="http://schemas.openxmlformats.org/drawingml/2006/main" noGrp="1"/>
          </p:cNvSpPr>
          <p:nvPr>
            <p:ph type="pic" idx="2"/>
          </p:nvPr>
        </p:nvSpPr>
        <p:spPr>
          <a:xfrm xmlns:a="http://schemas.openxmlformats.org/drawingml/2006/main">
            <a:off x="688618" y="2362200"/>
            <a:ext cx="3451582" cy="1524000"/>
          </a:xfrm>
          <a:prstGeom xmlns:a="http://schemas.openxmlformats.org/drawingml/2006/main" prst="roundRect">
            <a:avLst>
              <a:gd name="adj" fmla="val 0"/>
            </a:avLst>
          </a:prstGeom>
          <a:noFill xmlns:a="http://schemas.openxmlformats.org/drawingml/2006/main"/>
          <a:ln xmlns:a="http://schemas.openxmlformats.org/drawingml/2006/main">
            <a:noFill/>
          </a:ln>
          <a:effectLst xmlns:a="http://schemas.openxmlformats.org/drawingml/2006/main">
            <a:outerShdw blurRad="50800" dist="50800" dir="5400000" algn="tl" rotWithShape="0">
              <a:srgbClr val="000000">
                <a:alpha val="41960"/>
              </a:srgbClr>
            </a:outerShdw>
          </a:effectLst>
        </p:spPr>
        <p:txBody>
          <a:bodyPr xmlns:a="http://schemas.openxmlformats.org/drawingml/2006/main" spcFirstLastPara="1" wrap="square" lIns="91425" tIns="45700" rIns="91425" bIns="45700" anchor="t">
            <a:normAutofit/>
          </a:bodyPr>
          <a:lstStyle xmlns:a="http://schemas.openxmlformats.org/drawingml/2006/main">
            <a:lvl1pPr marR="0" algn="ctr">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1pPr>
            <a:lvl2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2pPr>
            <a:lvl3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3pPr>
            <a:lvl4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4pPr>
            <a:lvl5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5pPr>
            <a:lvl6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6pPr>
            <a:lvl7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7pPr>
            <a:lvl8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8pPr>
            <a:lvl9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9pPr>
          </a:lstStyle>
          <a:p xmlns:a="http://schemas.openxmlformats.org/drawingml/2006/main">
            <a:endParaRPr/>
          </a:p>
        </p:txBody>
      </p:sp>
      <p:sp>
        <p:nvSpPr>
          <p:cNvPr id="117" name="Google Shape;117;p30">
            <a:extLst xmlns:a="http://schemas.openxmlformats.org/drawingml/2006/main">
              <a:ext uri="{FF2B5EF4-FFF2-40B4-BE49-F238E27FC236}">
                <a16:creationId xmlns:a16="http://schemas.microsoft.com/office/drawing/2014/main" id="{6C4AD5DB-5ADA-4270-A2AA-E2AF91B6D68F}"/>
              </a:ext>
            </a:extLst>
          </p:cNvPr>
          <p:cNvSpPr>
            <a:spLocks xmlns:a="http://schemas.openxmlformats.org/drawingml/2006/main" noGrp="1"/>
          </p:cNvSpPr>
          <p:nvPr>
            <p:ph type="body" idx="3"/>
          </p:nvPr>
        </p:nvSpPr>
        <p:spPr>
          <a:xfrm xmlns:a="http://schemas.openxmlformats.org/drawingml/2006/main">
            <a:off x="688618" y="4873764"/>
            <a:ext cx="3451582" cy="13449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lt1"/>
              </a:buClr>
              <a:buSzPts val="1400"/>
              <a:buNone/>
              <a:defRPr sz="1400"/>
            </a:lvl1pPr>
            <a:lvl2pPr marL="914400" indent="-228600" algn="l">
              <a:lnSpc>
                <a:spcPct val="90000"/>
              </a:lnSpc>
              <a:spcBef>
                <a:spcPts val="500"/>
              </a:spcBef>
              <a:spcAft>
                <a:spcPts val="0"/>
              </a:spcAft>
              <a:buClr>
                <a:schemeClr val="lt1"/>
              </a:buClr>
              <a:buSzPts val="1200"/>
              <a:buNone/>
              <a:defRPr sz="1200"/>
            </a:lvl2pPr>
            <a:lvl3pPr marL="1371600" indent="-228600" algn="l">
              <a:lnSpc>
                <a:spcPct val="90000"/>
              </a:lnSpc>
              <a:spcBef>
                <a:spcPts val="500"/>
              </a:spcBef>
              <a:spcAft>
                <a:spcPts val="0"/>
              </a:spcAft>
              <a:buClr>
                <a:schemeClr val="lt1"/>
              </a:buClr>
              <a:buSzPts val="1000"/>
              <a:buNone/>
              <a:defRPr sz="1000"/>
            </a:lvl3pPr>
            <a:lvl4pPr marL="1828800" indent="-228600" algn="l">
              <a:lnSpc>
                <a:spcPct val="90000"/>
              </a:lnSpc>
              <a:spcBef>
                <a:spcPts val="500"/>
              </a:spcBef>
              <a:spcAft>
                <a:spcPts val="0"/>
              </a:spcAft>
              <a:buClr>
                <a:schemeClr val="lt1"/>
              </a:buClr>
              <a:buSzPts val="900"/>
              <a:buNone/>
              <a:defRPr sz="900"/>
            </a:lvl4pPr>
            <a:lvl5pPr marL="2286000" indent="-228600" algn="l">
              <a:lnSpc>
                <a:spcPct val="90000"/>
              </a:lnSpc>
              <a:spcBef>
                <a:spcPts val="500"/>
              </a:spcBef>
              <a:spcAft>
                <a:spcPts val="0"/>
              </a:spcAft>
              <a:buClr>
                <a:schemeClr val="lt1"/>
              </a:buClr>
              <a:buSzPts val="900"/>
              <a:buNone/>
              <a:defRPr sz="900"/>
            </a:lvl5pPr>
            <a:lvl6pPr marL="2743200" indent="-228600" algn="l">
              <a:lnSpc>
                <a:spcPct val="90000"/>
              </a:lnSpc>
              <a:spcBef>
                <a:spcPts val="500"/>
              </a:spcBef>
              <a:spcAft>
                <a:spcPts val="0"/>
              </a:spcAft>
              <a:buClr>
                <a:schemeClr val="lt1"/>
              </a:buClr>
              <a:buSzPts val="900"/>
              <a:buNone/>
              <a:defRPr sz="900"/>
            </a:lvl6pPr>
            <a:lvl7pPr marL="3200400" indent="-228600" algn="l">
              <a:lnSpc>
                <a:spcPct val="90000"/>
              </a:lnSpc>
              <a:spcBef>
                <a:spcPts val="500"/>
              </a:spcBef>
              <a:spcAft>
                <a:spcPts val="0"/>
              </a:spcAft>
              <a:buClr>
                <a:schemeClr val="lt1"/>
              </a:buClr>
              <a:buSzPts val="900"/>
              <a:buNone/>
              <a:defRPr sz="900"/>
            </a:lvl7pPr>
            <a:lvl8pPr marL="3657600" indent="-228600" algn="l">
              <a:lnSpc>
                <a:spcPct val="90000"/>
              </a:lnSpc>
              <a:spcBef>
                <a:spcPts val="500"/>
              </a:spcBef>
              <a:spcAft>
                <a:spcPts val="0"/>
              </a:spcAft>
              <a:buClr>
                <a:schemeClr val="lt1"/>
              </a:buClr>
              <a:buSzPts val="900"/>
              <a:buNone/>
              <a:defRPr sz="900"/>
            </a:lvl8pPr>
            <a:lvl9pPr marL="4114800" indent="-228600" algn="l">
              <a:lnSpc>
                <a:spcPct val="90000"/>
              </a:lnSpc>
              <a:spcBef>
                <a:spcPts val="500"/>
              </a:spcBef>
              <a:spcAft>
                <a:spcPts val="0"/>
              </a:spcAft>
              <a:buClr>
                <a:schemeClr val="lt1"/>
              </a:buClr>
              <a:buSzPts val="900"/>
              <a:buNone/>
              <a:defRPr sz="900"/>
            </a:lvl9pPr>
          </a:lstStyle>
          <a:p xmlns:a="http://schemas.openxmlformats.org/drawingml/2006/main">
            <a:endParaRPr/>
          </a:p>
        </p:txBody>
      </p:sp>
      <p:sp>
        <p:nvSpPr>
          <p:cNvPr id="118" name="Google Shape;118;p30">
            <a:extLst xmlns:a="http://schemas.openxmlformats.org/drawingml/2006/main">
              <a:ext uri="{FF2B5EF4-FFF2-40B4-BE49-F238E27FC236}">
                <a16:creationId xmlns:a16="http://schemas.microsoft.com/office/drawing/2014/main" id="{D5D7597D-D74A-43F5-98BB-B1862D4E81FC}"/>
              </a:ext>
            </a:extLst>
          </p:cNvPr>
          <p:cNvSpPr>
            <a:spLocks xmlns:a="http://schemas.openxmlformats.org/drawingml/2006/main" noGrp="1"/>
          </p:cNvSpPr>
          <p:nvPr>
            <p:ph type="body" idx="4"/>
          </p:nvPr>
        </p:nvSpPr>
        <p:spPr>
          <a:xfrm xmlns:a="http://schemas.openxmlformats.org/drawingml/2006/main">
            <a:off x="4374263" y="4191000"/>
            <a:ext cx="3448935" cy="6827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90000"/>
              </a:lnSpc>
              <a:spcBef>
                <a:spcPts val="1000"/>
              </a:spcBef>
              <a:spcAft>
                <a:spcPts val="0"/>
              </a:spcAft>
              <a:buClr>
                <a:schemeClr val="lt1"/>
              </a:buClr>
              <a:buSzPts val="2400"/>
              <a:buNone/>
              <a:defRPr sz="24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xmlns:a="http://schemas.openxmlformats.org/drawingml/2006/main">
            <a:endParaRPr/>
          </a:p>
        </p:txBody>
      </p:sp>
      <p:sp>
        <p:nvSpPr>
          <p:cNvPr id="119" name="Google Shape;119;p30">
            <a:extLst xmlns:a="http://schemas.openxmlformats.org/drawingml/2006/main">
              <a:ext uri="{FF2B5EF4-FFF2-40B4-BE49-F238E27FC236}">
                <a16:creationId xmlns:a16="http://schemas.microsoft.com/office/drawing/2014/main" id="{20BD20DE-CD9F-4B8C-8BE1-0F2FAF476DB5}"/>
              </a:ext>
            </a:extLst>
          </p:cNvPr>
          <p:cNvSpPr>
            <a:spLocks xmlns:a="http://schemas.openxmlformats.org/drawingml/2006/main" noGrp="1"/>
          </p:cNvSpPr>
          <p:nvPr>
            <p:ph type="pic" idx="5"/>
          </p:nvPr>
        </p:nvSpPr>
        <p:spPr>
          <a:xfrm xmlns:a="http://schemas.openxmlformats.org/drawingml/2006/main">
            <a:off x="4374263" y="2362200"/>
            <a:ext cx="3448936" cy="1524000"/>
          </a:xfrm>
          <a:prstGeom xmlns:a="http://schemas.openxmlformats.org/drawingml/2006/main" prst="roundRect">
            <a:avLst>
              <a:gd name="adj" fmla="val 0"/>
            </a:avLst>
          </a:prstGeom>
          <a:noFill xmlns:a="http://schemas.openxmlformats.org/drawingml/2006/main"/>
          <a:ln xmlns:a="http://schemas.openxmlformats.org/drawingml/2006/main">
            <a:noFill/>
          </a:ln>
          <a:effectLst xmlns:a="http://schemas.openxmlformats.org/drawingml/2006/main">
            <a:outerShdw blurRad="50800" dist="50800" dir="5400000" algn="tl" rotWithShape="0">
              <a:srgbClr val="000000">
                <a:alpha val="41960"/>
              </a:srgbClr>
            </a:outerShdw>
          </a:effectLst>
        </p:spPr>
        <p:txBody>
          <a:bodyPr xmlns:a="http://schemas.openxmlformats.org/drawingml/2006/main" spcFirstLastPara="1" wrap="square" lIns="91425" tIns="45700" rIns="91425" bIns="45700" anchor="t">
            <a:normAutofit/>
          </a:bodyPr>
          <a:lstStyle xmlns:a="http://schemas.openxmlformats.org/drawingml/2006/main">
            <a:lvl1pPr marR="0" algn="ctr">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1pPr>
            <a:lvl2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2pPr>
            <a:lvl3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3pPr>
            <a:lvl4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4pPr>
            <a:lvl5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5pPr>
            <a:lvl6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6pPr>
            <a:lvl7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7pPr>
            <a:lvl8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8pPr>
            <a:lvl9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9pPr>
          </a:lstStyle>
          <a:p xmlns:a="http://schemas.openxmlformats.org/drawingml/2006/main">
            <a:endParaRPr/>
          </a:p>
        </p:txBody>
      </p:sp>
      <p:sp>
        <p:nvSpPr>
          <p:cNvPr id="120" name="Google Shape;120;p30">
            <a:extLst xmlns:a="http://schemas.openxmlformats.org/drawingml/2006/main">
              <a:ext uri="{FF2B5EF4-FFF2-40B4-BE49-F238E27FC236}">
                <a16:creationId xmlns:a16="http://schemas.microsoft.com/office/drawing/2014/main" id="{FEC8DE4E-CB06-4323-AFB6-F235EFC44DC9}"/>
              </a:ext>
            </a:extLst>
          </p:cNvPr>
          <p:cNvSpPr>
            <a:spLocks xmlns:a="http://schemas.openxmlformats.org/drawingml/2006/main" noGrp="1"/>
          </p:cNvSpPr>
          <p:nvPr>
            <p:ph type="body" idx="6"/>
          </p:nvPr>
        </p:nvSpPr>
        <p:spPr>
          <a:xfrm xmlns:a="http://schemas.openxmlformats.org/drawingml/2006/main">
            <a:off x="4374264" y="4873763"/>
            <a:ext cx="3448935" cy="13449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lt1"/>
              </a:buClr>
              <a:buSzPts val="1400"/>
              <a:buNone/>
              <a:defRPr sz="1400"/>
            </a:lvl1pPr>
            <a:lvl2pPr marL="914400" indent="-228600" algn="l">
              <a:lnSpc>
                <a:spcPct val="90000"/>
              </a:lnSpc>
              <a:spcBef>
                <a:spcPts val="500"/>
              </a:spcBef>
              <a:spcAft>
                <a:spcPts val="0"/>
              </a:spcAft>
              <a:buClr>
                <a:schemeClr val="lt1"/>
              </a:buClr>
              <a:buSzPts val="1200"/>
              <a:buNone/>
              <a:defRPr sz="1200"/>
            </a:lvl2pPr>
            <a:lvl3pPr marL="1371600" indent="-228600" algn="l">
              <a:lnSpc>
                <a:spcPct val="90000"/>
              </a:lnSpc>
              <a:spcBef>
                <a:spcPts val="500"/>
              </a:spcBef>
              <a:spcAft>
                <a:spcPts val="0"/>
              </a:spcAft>
              <a:buClr>
                <a:schemeClr val="lt1"/>
              </a:buClr>
              <a:buSzPts val="1000"/>
              <a:buNone/>
              <a:defRPr sz="1000"/>
            </a:lvl3pPr>
            <a:lvl4pPr marL="1828800" indent="-228600" algn="l">
              <a:lnSpc>
                <a:spcPct val="90000"/>
              </a:lnSpc>
              <a:spcBef>
                <a:spcPts val="500"/>
              </a:spcBef>
              <a:spcAft>
                <a:spcPts val="0"/>
              </a:spcAft>
              <a:buClr>
                <a:schemeClr val="lt1"/>
              </a:buClr>
              <a:buSzPts val="900"/>
              <a:buNone/>
              <a:defRPr sz="900"/>
            </a:lvl4pPr>
            <a:lvl5pPr marL="2286000" indent="-228600" algn="l">
              <a:lnSpc>
                <a:spcPct val="90000"/>
              </a:lnSpc>
              <a:spcBef>
                <a:spcPts val="500"/>
              </a:spcBef>
              <a:spcAft>
                <a:spcPts val="0"/>
              </a:spcAft>
              <a:buClr>
                <a:schemeClr val="lt1"/>
              </a:buClr>
              <a:buSzPts val="900"/>
              <a:buNone/>
              <a:defRPr sz="900"/>
            </a:lvl5pPr>
            <a:lvl6pPr marL="2743200" indent="-228600" algn="l">
              <a:lnSpc>
                <a:spcPct val="90000"/>
              </a:lnSpc>
              <a:spcBef>
                <a:spcPts val="500"/>
              </a:spcBef>
              <a:spcAft>
                <a:spcPts val="0"/>
              </a:spcAft>
              <a:buClr>
                <a:schemeClr val="lt1"/>
              </a:buClr>
              <a:buSzPts val="900"/>
              <a:buNone/>
              <a:defRPr sz="900"/>
            </a:lvl6pPr>
            <a:lvl7pPr marL="3200400" indent="-228600" algn="l">
              <a:lnSpc>
                <a:spcPct val="90000"/>
              </a:lnSpc>
              <a:spcBef>
                <a:spcPts val="500"/>
              </a:spcBef>
              <a:spcAft>
                <a:spcPts val="0"/>
              </a:spcAft>
              <a:buClr>
                <a:schemeClr val="lt1"/>
              </a:buClr>
              <a:buSzPts val="900"/>
              <a:buNone/>
              <a:defRPr sz="900"/>
            </a:lvl7pPr>
            <a:lvl8pPr marL="3657600" indent="-228600" algn="l">
              <a:lnSpc>
                <a:spcPct val="90000"/>
              </a:lnSpc>
              <a:spcBef>
                <a:spcPts val="500"/>
              </a:spcBef>
              <a:spcAft>
                <a:spcPts val="0"/>
              </a:spcAft>
              <a:buClr>
                <a:schemeClr val="lt1"/>
              </a:buClr>
              <a:buSzPts val="900"/>
              <a:buNone/>
              <a:defRPr sz="900"/>
            </a:lvl8pPr>
            <a:lvl9pPr marL="4114800" indent="-228600" algn="l">
              <a:lnSpc>
                <a:spcPct val="90000"/>
              </a:lnSpc>
              <a:spcBef>
                <a:spcPts val="500"/>
              </a:spcBef>
              <a:spcAft>
                <a:spcPts val="0"/>
              </a:spcAft>
              <a:buClr>
                <a:schemeClr val="lt1"/>
              </a:buClr>
              <a:buSzPts val="900"/>
              <a:buNone/>
              <a:defRPr sz="900"/>
            </a:lvl9pPr>
          </a:lstStyle>
          <a:p xmlns:a="http://schemas.openxmlformats.org/drawingml/2006/main">
            <a:endParaRPr/>
          </a:p>
        </p:txBody>
      </p:sp>
      <p:sp>
        <p:nvSpPr>
          <p:cNvPr id="121" name="Google Shape;121;p30">
            <a:extLst xmlns:a="http://schemas.openxmlformats.org/drawingml/2006/main">
              <a:ext uri="{FF2B5EF4-FFF2-40B4-BE49-F238E27FC236}">
                <a16:creationId xmlns:a16="http://schemas.microsoft.com/office/drawing/2014/main" id="{22FCA566-2B3B-4336-967C-0A55DD055B1B}"/>
              </a:ext>
            </a:extLst>
          </p:cNvPr>
          <p:cNvSpPr>
            <a:spLocks xmlns:a="http://schemas.openxmlformats.org/drawingml/2006/main" noGrp="1"/>
          </p:cNvSpPr>
          <p:nvPr>
            <p:ph type="body" idx="7"/>
          </p:nvPr>
        </p:nvSpPr>
        <p:spPr>
          <a:xfrm xmlns:a="http://schemas.openxmlformats.org/drawingml/2006/main">
            <a:off x="8049731" y="4191000"/>
            <a:ext cx="3456469" cy="6827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marL="457200" indent="-228600" algn="l">
              <a:lnSpc>
                <a:spcPct val="90000"/>
              </a:lnSpc>
              <a:spcBef>
                <a:spcPts val="1000"/>
              </a:spcBef>
              <a:spcAft>
                <a:spcPts val="0"/>
              </a:spcAft>
              <a:buClr>
                <a:schemeClr val="lt1"/>
              </a:buClr>
              <a:buSzPts val="2400"/>
              <a:buNone/>
              <a:defRPr sz="2400" b="0">
                <a:solidFill>
                  <a:schemeClr val="lt1"/>
                </a:solidFill>
              </a:defRPr>
            </a:lvl1pPr>
            <a:lvl2pPr marL="914400" indent="-228600" algn="l">
              <a:lnSpc>
                <a:spcPct val="90000"/>
              </a:lnSpc>
              <a:spcBef>
                <a:spcPts val="500"/>
              </a:spcBef>
              <a:spcAft>
                <a:spcPts val="0"/>
              </a:spcAft>
              <a:buClr>
                <a:schemeClr val="lt1"/>
              </a:buClr>
              <a:buSzPts val="2000"/>
              <a:buNone/>
              <a:defRPr sz="2000" b="1"/>
            </a:lvl2pPr>
            <a:lvl3pPr marL="1371600" indent="-228600" algn="l">
              <a:lnSpc>
                <a:spcPct val="90000"/>
              </a:lnSpc>
              <a:spcBef>
                <a:spcPts val="500"/>
              </a:spcBef>
              <a:spcAft>
                <a:spcPts val="0"/>
              </a:spcAft>
              <a:buClr>
                <a:schemeClr val="lt1"/>
              </a:buClr>
              <a:buSzPts val="1800"/>
              <a:buNone/>
              <a:defRPr sz="1800" b="1"/>
            </a:lvl3pPr>
            <a:lvl4pPr marL="1828800" indent="-228600" algn="l">
              <a:lnSpc>
                <a:spcPct val="90000"/>
              </a:lnSpc>
              <a:spcBef>
                <a:spcPts val="500"/>
              </a:spcBef>
              <a:spcAft>
                <a:spcPts val="0"/>
              </a:spcAft>
              <a:buClr>
                <a:schemeClr val="lt1"/>
              </a:buClr>
              <a:buSzPts val="1600"/>
              <a:buNone/>
              <a:defRPr sz="1600" b="1"/>
            </a:lvl4pPr>
            <a:lvl5pPr marL="2286000" indent="-228600" algn="l">
              <a:lnSpc>
                <a:spcPct val="90000"/>
              </a:lnSpc>
              <a:spcBef>
                <a:spcPts val="500"/>
              </a:spcBef>
              <a:spcAft>
                <a:spcPts val="0"/>
              </a:spcAft>
              <a:buClr>
                <a:schemeClr val="lt1"/>
              </a:buClr>
              <a:buSzPts val="1600"/>
              <a:buNone/>
              <a:defRPr sz="1600" b="1"/>
            </a:lvl5pPr>
            <a:lvl6pPr marL="2743200" indent="-228600" algn="l">
              <a:lnSpc>
                <a:spcPct val="90000"/>
              </a:lnSpc>
              <a:spcBef>
                <a:spcPts val="500"/>
              </a:spcBef>
              <a:spcAft>
                <a:spcPts val="0"/>
              </a:spcAft>
              <a:buClr>
                <a:schemeClr val="lt1"/>
              </a:buClr>
              <a:buSzPts val="1600"/>
              <a:buNone/>
              <a:defRPr sz="1600" b="1"/>
            </a:lvl6pPr>
            <a:lvl7pPr marL="3200400" indent="-228600" algn="l">
              <a:lnSpc>
                <a:spcPct val="90000"/>
              </a:lnSpc>
              <a:spcBef>
                <a:spcPts val="500"/>
              </a:spcBef>
              <a:spcAft>
                <a:spcPts val="0"/>
              </a:spcAft>
              <a:buClr>
                <a:schemeClr val="lt1"/>
              </a:buClr>
              <a:buSzPts val="1600"/>
              <a:buNone/>
              <a:defRPr sz="1600" b="1"/>
            </a:lvl7pPr>
            <a:lvl8pPr marL="3657600" indent="-228600" algn="l">
              <a:lnSpc>
                <a:spcPct val="90000"/>
              </a:lnSpc>
              <a:spcBef>
                <a:spcPts val="500"/>
              </a:spcBef>
              <a:spcAft>
                <a:spcPts val="0"/>
              </a:spcAft>
              <a:buClr>
                <a:schemeClr val="lt1"/>
              </a:buClr>
              <a:buSzPts val="1600"/>
              <a:buNone/>
              <a:defRPr sz="1600" b="1"/>
            </a:lvl8pPr>
            <a:lvl9pPr marL="4114800" indent="-228600" algn="l">
              <a:lnSpc>
                <a:spcPct val="90000"/>
              </a:lnSpc>
              <a:spcBef>
                <a:spcPts val="500"/>
              </a:spcBef>
              <a:spcAft>
                <a:spcPts val="0"/>
              </a:spcAft>
              <a:buClr>
                <a:schemeClr val="lt1"/>
              </a:buClr>
              <a:buSzPts val="1600"/>
              <a:buNone/>
              <a:defRPr sz="1600" b="1"/>
            </a:lvl9pPr>
          </a:lstStyle>
          <a:p xmlns:a="http://schemas.openxmlformats.org/drawingml/2006/main">
            <a:endParaRPr/>
          </a:p>
        </p:txBody>
      </p:sp>
      <p:sp>
        <p:nvSpPr>
          <p:cNvPr id="122" name="Google Shape;122;p30">
            <a:extLst xmlns:a="http://schemas.openxmlformats.org/drawingml/2006/main">
              <a:ext uri="{FF2B5EF4-FFF2-40B4-BE49-F238E27FC236}">
                <a16:creationId xmlns:a16="http://schemas.microsoft.com/office/drawing/2014/main" id="{C1EF400A-6B4B-43EE-9207-3F6629F4AFDF}"/>
              </a:ext>
            </a:extLst>
          </p:cNvPr>
          <p:cNvSpPr>
            <a:spLocks xmlns:a="http://schemas.openxmlformats.org/drawingml/2006/main" noGrp="1"/>
          </p:cNvSpPr>
          <p:nvPr>
            <p:ph type="pic" idx="8"/>
          </p:nvPr>
        </p:nvSpPr>
        <p:spPr>
          <a:xfrm xmlns:a="http://schemas.openxmlformats.org/drawingml/2006/main">
            <a:off x="8049855" y="2362200"/>
            <a:ext cx="3447878" cy="1524000"/>
          </a:xfrm>
          <a:prstGeom xmlns:a="http://schemas.openxmlformats.org/drawingml/2006/main" prst="roundRect">
            <a:avLst>
              <a:gd name="adj" fmla="val 0"/>
            </a:avLst>
          </a:prstGeom>
          <a:noFill xmlns:a="http://schemas.openxmlformats.org/drawingml/2006/main"/>
          <a:ln xmlns:a="http://schemas.openxmlformats.org/drawingml/2006/main">
            <a:noFill/>
          </a:ln>
          <a:effectLst xmlns:a="http://schemas.openxmlformats.org/drawingml/2006/main">
            <a:outerShdw blurRad="50800" dist="50800" dir="5400000" algn="tl" rotWithShape="0">
              <a:srgbClr val="000000">
                <a:alpha val="41960"/>
              </a:srgbClr>
            </a:outerShdw>
          </a:effectLst>
        </p:spPr>
        <p:txBody>
          <a:bodyPr xmlns:a="http://schemas.openxmlformats.org/drawingml/2006/main" spcFirstLastPara="1" wrap="square" lIns="91425" tIns="45700" rIns="91425" bIns="45700" anchor="t">
            <a:normAutofit/>
          </a:bodyPr>
          <a:lstStyle xmlns:a="http://schemas.openxmlformats.org/drawingml/2006/main">
            <a:lvl1pPr marR="0" algn="ctr">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1pPr>
            <a:lvl2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2pPr>
            <a:lvl3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3pPr>
            <a:lvl4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4pPr>
            <a:lvl5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5pPr>
            <a:lvl6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6pPr>
            <a:lvl7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7pPr>
            <a:lvl8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8pPr>
            <a:lvl9pPr marR="0" algn="l">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defRPr>
            </a:lvl9pPr>
          </a:lstStyle>
          <a:p xmlns:a="http://schemas.openxmlformats.org/drawingml/2006/main">
            <a:endParaRPr/>
          </a:p>
        </p:txBody>
      </p:sp>
      <p:sp>
        <p:nvSpPr>
          <p:cNvPr id="123" name="Google Shape;123;p30">
            <a:extLst xmlns:a="http://schemas.openxmlformats.org/drawingml/2006/main">
              <a:ext uri="{FF2B5EF4-FFF2-40B4-BE49-F238E27FC236}">
                <a16:creationId xmlns:a16="http://schemas.microsoft.com/office/drawing/2014/main" id="{895468DF-21D6-4643-BAB5-F8525376F8AC}"/>
              </a:ext>
            </a:extLst>
          </p:cNvPr>
          <p:cNvSpPr>
            <a:spLocks xmlns:a="http://schemas.openxmlformats.org/drawingml/2006/main" noGrp="1"/>
          </p:cNvSpPr>
          <p:nvPr>
            <p:ph type="body" idx="9"/>
          </p:nvPr>
        </p:nvSpPr>
        <p:spPr>
          <a:xfrm xmlns:a="http://schemas.openxmlformats.org/drawingml/2006/main">
            <a:off x="8049731" y="4873761"/>
            <a:ext cx="3452445" cy="13449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90000"/>
              </a:lnSpc>
              <a:spcBef>
                <a:spcPts val="1000"/>
              </a:spcBef>
              <a:spcAft>
                <a:spcPts val="0"/>
              </a:spcAft>
              <a:buClr>
                <a:schemeClr val="lt1"/>
              </a:buClr>
              <a:buSzPts val="1400"/>
              <a:buNone/>
              <a:defRPr sz="1400"/>
            </a:lvl1pPr>
            <a:lvl2pPr marL="914400" indent="-228600" algn="l">
              <a:lnSpc>
                <a:spcPct val="90000"/>
              </a:lnSpc>
              <a:spcBef>
                <a:spcPts val="500"/>
              </a:spcBef>
              <a:spcAft>
                <a:spcPts val="0"/>
              </a:spcAft>
              <a:buClr>
                <a:schemeClr val="lt1"/>
              </a:buClr>
              <a:buSzPts val="1200"/>
              <a:buNone/>
              <a:defRPr sz="1200"/>
            </a:lvl2pPr>
            <a:lvl3pPr marL="1371600" indent="-228600" algn="l">
              <a:lnSpc>
                <a:spcPct val="90000"/>
              </a:lnSpc>
              <a:spcBef>
                <a:spcPts val="500"/>
              </a:spcBef>
              <a:spcAft>
                <a:spcPts val="0"/>
              </a:spcAft>
              <a:buClr>
                <a:schemeClr val="lt1"/>
              </a:buClr>
              <a:buSzPts val="1000"/>
              <a:buNone/>
              <a:defRPr sz="1000"/>
            </a:lvl3pPr>
            <a:lvl4pPr marL="1828800" indent="-228600" algn="l">
              <a:lnSpc>
                <a:spcPct val="90000"/>
              </a:lnSpc>
              <a:spcBef>
                <a:spcPts val="500"/>
              </a:spcBef>
              <a:spcAft>
                <a:spcPts val="0"/>
              </a:spcAft>
              <a:buClr>
                <a:schemeClr val="lt1"/>
              </a:buClr>
              <a:buSzPts val="900"/>
              <a:buNone/>
              <a:defRPr sz="900"/>
            </a:lvl4pPr>
            <a:lvl5pPr marL="2286000" indent="-228600" algn="l">
              <a:lnSpc>
                <a:spcPct val="90000"/>
              </a:lnSpc>
              <a:spcBef>
                <a:spcPts val="500"/>
              </a:spcBef>
              <a:spcAft>
                <a:spcPts val="0"/>
              </a:spcAft>
              <a:buClr>
                <a:schemeClr val="lt1"/>
              </a:buClr>
              <a:buSzPts val="900"/>
              <a:buNone/>
              <a:defRPr sz="900"/>
            </a:lvl5pPr>
            <a:lvl6pPr marL="2743200" indent="-228600" algn="l">
              <a:lnSpc>
                <a:spcPct val="90000"/>
              </a:lnSpc>
              <a:spcBef>
                <a:spcPts val="500"/>
              </a:spcBef>
              <a:spcAft>
                <a:spcPts val="0"/>
              </a:spcAft>
              <a:buClr>
                <a:schemeClr val="lt1"/>
              </a:buClr>
              <a:buSzPts val="900"/>
              <a:buNone/>
              <a:defRPr sz="900"/>
            </a:lvl6pPr>
            <a:lvl7pPr marL="3200400" indent="-228600" algn="l">
              <a:lnSpc>
                <a:spcPct val="90000"/>
              </a:lnSpc>
              <a:spcBef>
                <a:spcPts val="500"/>
              </a:spcBef>
              <a:spcAft>
                <a:spcPts val="0"/>
              </a:spcAft>
              <a:buClr>
                <a:schemeClr val="lt1"/>
              </a:buClr>
              <a:buSzPts val="900"/>
              <a:buNone/>
              <a:defRPr sz="900"/>
            </a:lvl7pPr>
            <a:lvl8pPr marL="3657600" indent="-228600" algn="l">
              <a:lnSpc>
                <a:spcPct val="90000"/>
              </a:lnSpc>
              <a:spcBef>
                <a:spcPts val="500"/>
              </a:spcBef>
              <a:spcAft>
                <a:spcPts val="0"/>
              </a:spcAft>
              <a:buClr>
                <a:schemeClr val="lt1"/>
              </a:buClr>
              <a:buSzPts val="900"/>
              <a:buNone/>
              <a:defRPr sz="900"/>
            </a:lvl8pPr>
            <a:lvl9pPr marL="4114800" indent="-228600" algn="l">
              <a:lnSpc>
                <a:spcPct val="90000"/>
              </a:lnSpc>
              <a:spcBef>
                <a:spcPts val="500"/>
              </a:spcBef>
              <a:spcAft>
                <a:spcPts val="0"/>
              </a:spcAft>
              <a:buClr>
                <a:schemeClr val="lt1"/>
              </a:buClr>
              <a:buSzPts val="900"/>
              <a:buNone/>
              <a:defRPr sz="900"/>
            </a:lvl9pPr>
          </a:lstStyle>
          <a:p xmlns:a="http://schemas.openxmlformats.org/drawingml/2006/main">
            <a:endParaRPr/>
          </a:p>
        </p:txBody>
      </p:sp>
      <p:sp>
        <p:nvSpPr>
          <p:cNvPr id="124" name="Google Shape;124;p30">
            <a:extLst xmlns:a="http://schemas.openxmlformats.org/drawingml/2006/main">
              <a:ext uri="{FF2B5EF4-FFF2-40B4-BE49-F238E27FC236}">
                <a16:creationId xmlns:a16="http://schemas.microsoft.com/office/drawing/2014/main" id="{D98C0729-98C0-4505-9CF4-AD1877B3D8CB}"/>
              </a:ext>
            </a:extLst>
          </p:cNvPr>
          <p:cNvSpPr>
            <a:spLocks xmlns:a="http://schemas.openxmlformats.org/drawingml/2006/main" noGrp="1"/>
          </p:cNvSpPr>
          <p:nvPr>
            <p:ph type="dt" idx="10"/>
          </p:nvPr>
        </p:nvSpPr>
        <p:spPr>
          <a:xfrm xmlns:a="http://schemas.openxmlformats.org/drawingml/2006/main">
            <a:off x="8595360" y="6356350"/>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25" name="Google Shape;125;p30">
            <a:extLst xmlns:a="http://schemas.openxmlformats.org/drawingml/2006/main">
              <a:ext uri="{FF2B5EF4-FFF2-40B4-BE49-F238E27FC236}">
                <a16:creationId xmlns:a16="http://schemas.microsoft.com/office/drawing/2014/main" id="{749123E2-51FD-46A9-A815-9F0C24948605}"/>
              </a:ext>
            </a:extLst>
          </p:cNvPr>
          <p:cNvSpPr>
            <a:spLocks xmlns:a="http://schemas.openxmlformats.org/drawingml/2006/main" noGrp="1"/>
          </p:cNvSpPr>
          <p:nvPr>
            <p:ph type="ftr" idx="11"/>
          </p:nvPr>
        </p:nvSpPr>
        <p:spPr>
          <a:xfrm xmlns:a="http://schemas.openxmlformats.org/drawingml/2006/main">
            <a:off x="685800" y="6355845"/>
            <a:ext cx="7772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26" name="Google Shape;126;p30">
            <a:extLst xmlns:a="http://schemas.openxmlformats.org/drawingml/2006/main">
              <a:ext uri="{FF2B5EF4-FFF2-40B4-BE49-F238E27FC236}">
                <a16:creationId xmlns:a16="http://schemas.microsoft.com/office/drawing/2014/main" id="{0B9BE026-FB41-4FC8-90B6-8D5EFAF0F379}"/>
              </a:ext>
            </a:extLst>
          </p:cNvPr>
          <p:cNvSpPr>
            <a:spLocks xmlns:a="http://schemas.openxmlformats.org/drawingml/2006/main" noGrp="1"/>
          </p:cNvSpPr>
          <p:nvPr>
            <p:ph type="sldNum" idx="12"/>
          </p:nvPr>
        </p:nvSpPr>
        <p:spPr>
          <a:xfrm xmlns:a="http://schemas.openxmlformats.org/drawingml/2006/main">
            <a:off x="8763000" y="38100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6.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128" name="Google Shape;128;p31">
            <a:extLst xmlns:a="http://schemas.openxmlformats.org/drawingml/2006/main">
              <a:ext uri="{FF2B5EF4-FFF2-40B4-BE49-F238E27FC236}">
                <a16:creationId xmlns:a16="http://schemas.microsoft.com/office/drawing/2014/main" id="{4652D5F5-3521-49E1-80C1-D04E3D085307}"/>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r">
              <a:lnSpc>
                <a:spcPct val="90000"/>
              </a:lnSpc>
              <a:spcBef>
                <a:spcPts val="0"/>
              </a:spcBef>
              <a:spcAft>
                <a:spcPts val="0"/>
              </a:spcAft>
              <a:buClr>
                <a:schemeClr val="lt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29" name="Google Shape;129;p31">
            <a:extLst xmlns:a="http://schemas.openxmlformats.org/drawingml/2006/main">
              <a:ext uri="{FF2B5EF4-FFF2-40B4-BE49-F238E27FC236}">
                <a16:creationId xmlns:a16="http://schemas.microsoft.com/office/drawing/2014/main" id="{3680188F-B242-44DE-8FA7-E5AD22E84290}"/>
              </a:ext>
            </a:extLst>
          </p:cNvPr>
          <p:cNvSpPr>
            <a:spLocks xmlns:a="http://schemas.openxmlformats.org/drawingml/2006/main" noGrp="1"/>
          </p:cNvSpPr>
          <p:nvPr>
            <p:ph type="body" idx="1"/>
          </p:nvPr>
        </p:nvSpPr>
        <p:spPr>
          <a:xfrm xmlns:a="http://schemas.openxmlformats.org/drawingml/2006/main" rot="5400000">
            <a:off x="4083937" y="-1203579"/>
            <a:ext cx="4024125" cy="1082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xmlns:a="http://schemas.openxmlformats.org/drawingml/2006/main">
            <a:endParaRPr/>
          </a:p>
        </p:txBody>
      </p:sp>
      <p:sp>
        <p:nvSpPr>
          <p:cNvPr id="130" name="Google Shape;130;p31">
            <a:extLst xmlns:a="http://schemas.openxmlformats.org/drawingml/2006/main">
              <a:ext uri="{FF2B5EF4-FFF2-40B4-BE49-F238E27FC236}">
                <a16:creationId xmlns:a16="http://schemas.microsoft.com/office/drawing/2014/main" id="{A9CBE3C0-3C91-43BE-9A38-2D2796A95096}"/>
              </a:ext>
            </a:extLst>
          </p:cNvPr>
          <p:cNvSpPr>
            <a:spLocks xmlns:a="http://schemas.openxmlformats.org/drawingml/2006/main" noGrp="1"/>
          </p:cNvSpPr>
          <p:nvPr>
            <p:ph type="dt" idx="10"/>
          </p:nvPr>
        </p:nvSpPr>
        <p:spPr>
          <a:xfrm xmlns:a="http://schemas.openxmlformats.org/drawingml/2006/main">
            <a:off x="8595360" y="6356350"/>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31" name="Google Shape;131;p31">
            <a:extLst xmlns:a="http://schemas.openxmlformats.org/drawingml/2006/main">
              <a:ext uri="{FF2B5EF4-FFF2-40B4-BE49-F238E27FC236}">
                <a16:creationId xmlns:a16="http://schemas.microsoft.com/office/drawing/2014/main" id="{867CAC7F-25AB-41A7-9D7C-26EFCB76E6CD}"/>
              </a:ext>
            </a:extLst>
          </p:cNvPr>
          <p:cNvSpPr>
            <a:spLocks xmlns:a="http://schemas.openxmlformats.org/drawingml/2006/main" noGrp="1"/>
          </p:cNvSpPr>
          <p:nvPr>
            <p:ph type="ftr" idx="11"/>
          </p:nvPr>
        </p:nvSpPr>
        <p:spPr>
          <a:xfrm xmlns:a="http://schemas.openxmlformats.org/drawingml/2006/main">
            <a:off x="685800" y="6355845"/>
            <a:ext cx="7772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32" name="Google Shape;132;p31">
            <a:extLst xmlns:a="http://schemas.openxmlformats.org/drawingml/2006/main">
              <a:ext uri="{FF2B5EF4-FFF2-40B4-BE49-F238E27FC236}">
                <a16:creationId xmlns:a16="http://schemas.microsoft.com/office/drawing/2014/main" id="{3F6F7373-BD67-466E-9D29-12238FB4A106}"/>
              </a:ext>
            </a:extLst>
          </p:cNvPr>
          <p:cNvSpPr>
            <a:spLocks xmlns:a="http://schemas.openxmlformats.org/drawingml/2006/main" noGrp="1"/>
          </p:cNvSpPr>
          <p:nvPr>
            <p:ph type="sldNum" idx="12"/>
          </p:nvPr>
        </p:nvSpPr>
        <p:spPr>
          <a:xfrm xmlns:a="http://schemas.openxmlformats.org/drawingml/2006/main">
            <a:off x="8763000" y="38100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7.xml><?xml version="1.0" encoding="utf-8"?>
<p:sldLayout xmlns:p="http://schemas.openxmlformats.org/presentationml/2006/main" showMasterSp="0" matchingName="Vertical Title and Text" type="vertTitleAndTx">
  <p:cSld name="VERTICAL_TITLE_AND_VERTICAL_TEXT">
    <p:spTree>
      <p:nvGrpSpPr>
        <p:cNvPr id="1" name=""/>
        <p:cNvGrpSpPr/>
        <p:nvPr/>
      </p:nvGrpSpPr>
      <p:grpSpPr>
        <a:xfrm xmlns:a="http://schemas.openxmlformats.org/drawingml/2006/main"/>
      </p:grpSpPr>
      <p:pic>
        <p:nvPicPr>
          <p:cNvPr id="134" name="Google Shape;134;p32">
            <a:extLst xmlns:a="http://schemas.openxmlformats.org/drawingml/2006/main">
              <a:ext uri="{FF2B5EF4-FFF2-40B4-BE49-F238E27FC236}">
                <a16:creationId xmlns:a16="http://schemas.microsoft.com/office/drawing/2014/main" id="{336CD4F1-7F5A-4D06-AA89-022A7D3A3EC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a0110e2c3a1461b">
            <a:alphaModFix/>
          </a:blip>
          <a:srcRect xmlns:a="http://schemas.openxmlformats.org/drawingml/2006/main" l="0" t="0" r="0" b="0"/>
          <a:stretch xmlns:a="http://schemas.openxmlformats.org/drawingml/2006/main"/>
        </p:blipFill>
        <p:spPr>
          <a:xfrm xmlns:a="http://schemas.openxmlformats.org/drawingml/2006/main">
            <a:off x="0" y="4375150"/>
            <a:ext cx="12192000" cy="2482850"/>
          </a:xfrm>
          <a:prstGeom xmlns:a="http://schemas.openxmlformats.org/drawingml/2006/main" prst="rect">
            <a:avLst/>
          </a:prstGeom>
          <a:ln xmlns:a="http://schemas.openxmlformats.org/drawingml/2006/main">
            <a:noFill/>
          </a:ln>
        </p:spPr>
      </p:pic>
      <p:sp>
        <p:nvSpPr>
          <p:cNvPr id="135" name="Google Shape;135;p32">
            <a:extLst xmlns:a="http://schemas.openxmlformats.org/drawingml/2006/main">
              <a:ext uri="{FF2B5EF4-FFF2-40B4-BE49-F238E27FC236}">
                <a16:creationId xmlns:a16="http://schemas.microsoft.com/office/drawing/2014/main" id="{396DB8C8-6589-48F5-9D82-DA28443F3A9C}"/>
              </a:ext>
            </a:extLst>
          </p:cNvPr>
          <p:cNvSpPr>
            <a:spLocks xmlns:a="http://schemas.openxmlformats.org/drawingml/2006/main" noGrp="1"/>
          </p:cNvSpPr>
          <p:nvPr>
            <p:ph type="title" idx="0"/>
          </p:nvPr>
        </p:nvSpPr>
        <p:spPr>
          <a:xfrm xmlns:a="http://schemas.openxmlformats.org/drawingml/2006/main" rot="5400000">
            <a:off x="8525933" y="1667933"/>
            <a:ext cx="3903133"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lt1"/>
              </a:buClr>
              <a:buSzPts val="4000"/>
              <a:buFont typeface="Century Gothic"/>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36" name="Google Shape;136;p32">
            <a:extLst xmlns:a="http://schemas.openxmlformats.org/drawingml/2006/main">
              <a:ext uri="{FF2B5EF4-FFF2-40B4-BE49-F238E27FC236}">
                <a16:creationId xmlns:a16="http://schemas.microsoft.com/office/drawing/2014/main" id="{72668AFF-BF3E-4C64-B727-0A7EFB388F37}"/>
              </a:ext>
            </a:extLst>
          </p:cNvPr>
          <p:cNvSpPr>
            <a:spLocks xmlns:a="http://schemas.openxmlformats.org/drawingml/2006/main" noGrp="1"/>
          </p:cNvSpPr>
          <p:nvPr>
            <p:ph type="body" idx="1"/>
          </p:nvPr>
        </p:nvSpPr>
        <p:spPr>
          <a:xfrm xmlns:a="http://schemas.openxmlformats.org/drawingml/2006/main" rot="5400000">
            <a:off x="3175000" y="-1405467"/>
            <a:ext cx="3903133" cy="82042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90000"/>
              </a:lnSpc>
              <a:spcBef>
                <a:spcPts val="1000"/>
              </a:spcBef>
              <a:spcAft>
                <a:spcPts val="0"/>
              </a:spcAft>
              <a:buClr>
                <a:schemeClr val="lt1"/>
              </a:buClr>
              <a:buSzPts val="1800"/>
              <a:buChar char="•"/>
              <a:defRPr/>
            </a:lvl1pPr>
            <a:lvl2pPr marL="914400" indent="-342900" algn="l">
              <a:lnSpc>
                <a:spcPct val="90000"/>
              </a:lnSpc>
              <a:spcBef>
                <a:spcPts val="500"/>
              </a:spcBef>
              <a:spcAft>
                <a:spcPts val="0"/>
              </a:spcAft>
              <a:buClr>
                <a:schemeClr val="lt1"/>
              </a:buClr>
              <a:buSzPts val="1800"/>
              <a:buChar char="•"/>
              <a:defRPr/>
            </a:lvl2pPr>
            <a:lvl3pPr marL="1371600" indent="-342900" algn="l">
              <a:lnSpc>
                <a:spcPct val="90000"/>
              </a:lnSpc>
              <a:spcBef>
                <a:spcPts val="500"/>
              </a:spcBef>
              <a:spcAft>
                <a:spcPts val="0"/>
              </a:spcAft>
              <a:buClr>
                <a:schemeClr val="lt1"/>
              </a:buClr>
              <a:buSzPts val="1800"/>
              <a:buChar char="•"/>
              <a:defRPr/>
            </a:lvl3pPr>
            <a:lvl4pPr marL="1828800" indent="-342900" algn="l">
              <a:lnSpc>
                <a:spcPct val="90000"/>
              </a:lnSpc>
              <a:spcBef>
                <a:spcPts val="500"/>
              </a:spcBef>
              <a:spcAft>
                <a:spcPts val="0"/>
              </a:spcAft>
              <a:buClr>
                <a:schemeClr val="lt1"/>
              </a:buClr>
              <a:buSzPts val="1800"/>
              <a:buChar char="•"/>
              <a:defRPr/>
            </a:lvl4pPr>
            <a:lvl5pPr marL="2286000" indent="-342900" algn="l">
              <a:lnSpc>
                <a:spcPct val="90000"/>
              </a:lnSpc>
              <a:spcBef>
                <a:spcPts val="500"/>
              </a:spcBef>
              <a:spcAft>
                <a:spcPts val="0"/>
              </a:spcAft>
              <a:buClr>
                <a:schemeClr val="lt1"/>
              </a:buClr>
              <a:buSzPts val="1800"/>
              <a:buChar char="•"/>
              <a:defRPr/>
            </a:lvl5pPr>
            <a:lvl6pPr marL="2743200" indent="-342900" algn="l">
              <a:lnSpc>
                <a:spcPct val="90000"/>
              </a:lnSpc>
              <a:spcBef>
                <a:spcPts val="500"/>
              </a:spcBef>
              <a:spcAft>
                <a:spcPts val="0"/>
              </a:spcAft>
              <a:buClr>
                <a:schemeClr val="lt1"/>
              </a:buClr>
              <a:buSzPts val="1800"/>
              <a:buChar char="•"/>
              <a:defRPr/>
            </a:lvl6pPr>
            <a:lvl7pPr marL="3200400" indent="-342900" algn="l">
              <a:lnSpc>
                <a:spcPct val="90000"/>
              </a:lnSpc>
              <a:spcBef>
                <a:spcPts val="500"/>
              </a:spcBef>
              <a:spcAft>
                <a:spcPts val="0"/>
              </a:spcAft>
              <a:buClr>
                <a:schemeClr val="lt1"/>
              </a:buClr>
              <a:buSzPts val="1800"/>
              <a:buChar char="•"/>
              <a:defRPr/>
            </a:lvl7pPr>
            <a:lvl8pPr marL="3657600" indent="-342900" algn="l">
              <a:lnSpc>
                <a:spcPct val="90000"/>
              </a:lnSpc>
              <a:spcBef>
                <a:spcPts val="500"/>
              </a:spcBef>
              <a:spcAft>
                <a:spcPts val="0"/>
              </a:spcAft>
              <a:buClr>
                <a:schemeClr val="lt1"/>
              </a:buClr>
              <a:buSzPts val="1800"/>
              <a:buChar char="•"/>
              <a:defRPr/>
            </a:lvl8pPr>
            <a:lvl9pPr marL="4114800" indent="-342900" algn="l">
              <a:lnSpc>
                <a:spcPct val="90000"/>
              </a:lnSpc>
              <a:spcBef>
                <a:spcPts val="500"/>
              </a:spcBef>
              <a:spcAft>
                <a:spcPts val="0"/>
              </a:spcAft>
              <a:buClr>
                <a:schemeClr val="lt1"/>
              </a:buClr>
              <a:buSzPts val="1800"/>
              <a:buChar char="•"/>
              <a:defRPr/>
            </a:lvl9pPr>
          </a:lstStyle>
          <a:p xmlns:a="http://schemas.openxmlformats.org/drawingml/2006/main">
            <a:endParaRPr/>
          </a:p>
        </p:txBody>
      </p:sp>
      <p:sp>
        <p:nvSpPr>
          <p:cNvPr id="137" name="Google Shape;137;p32">
            <a:extLst xmlns:a="http://schemas.openxmlformats.org/drawingml/2006/main">
              <a:ext uri="{FF2B5EF4-FFF2-40B4-BE49-F238E27FC236}">
                <a16:creationId xmlns:a16="http://schemas.microsoft.com/office/drawing/2014/main" id="{FD1E2CEA-9A4E-4C18-BD56-19F471D877D7}"/>
              </a:ext>
            </a:extLst>
          </p:cNvPr>
          <p:cNvSpPr>
            <a:spLocks xmlns:a="http://schemas.openxmlformats.org/drawingml/2006/main" noGrp="1"/>
          </p:cNvSpPr>
          <p:nvPr>
            <p:ph type="dt" idx="10"/>
          </p:nvPr>
        </p:nvSpPr>
        <p:spPr>
          <a:xfrm xmlns:a="http://schemas.openxmlformats.org/drawingml/2006/main">
            <a:off x="7814452" y="379941"/>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38" name="Google Shape;138;p32">
            <a:extLst xmlns:a="http://schemas.openxmlformats.org/drawingml/2006/main">
              <a:ext uri="{FF2B5EF4-FFF2-40B4-BE49-F238E27FC236}">
                <a16:creationId xmlns:a16="http://schemas.microsoft.com/office/drawing/2014/main" id="{CBF95368-33EE-43A3-9766-F584D8191E67}"/>
              </a:ext>
            </a:extLst>
          </p:cNvPr>
          <p:cNvSpPr>
            <a:spLocks xmlns:a="http://schemas.openxmlformats.org/drawingml/2006/main" noGrp="1"/>
          </p:cNvSpPr>
          <p:nvPr>
            <p:ph type="ftr" idx="11"/>
          </p:nvPr>
        </p:nvSpPr>
        <p:spPr>
          <a:xfrm xmlns:a="http://schemas.openxmlformats.org/drawingml/2006/main">
            <a:off x="685800" y="381000"/>
            <a:ext cx="6991492"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39" name="Google Shape;139;p32">
            <a:extLst xmlns:a="http://schemas.openxmlformats.org/drawingml/2006/main">
              <a:ext uri="{FF2B5EF4-FFF2-40B4-BE49-F238E27FC236}">
                <a16:creationId xmlns:a16="http://schemas.microsoft.com/office/drawing/2014/main" id="{4302FF29-D9B3-4665-AE12-5F91CC827AD9}"/>
              </a:ext>
            </a:extLst>
          </p:cNvPr>
          <p:cNvSpPr>
            <a:spLocks xmlns:a="http://schemas.openxmlformats.org/drawingml/2006/main" noGrp="1"/>
          </p:cNvSpPr>
          <p:nvPr>
            <p:ph type="sldNum" idx="12"/>
          </p:nvPr>
        </p:nvSpPr>
        <p:spPr>
          <a:xfrm xmlns:a="http://schemas.openxmlformats.org/drawingml/2006/main">
            <a:off x="10862452" y="381000"/>
            <a:ext cx="643748"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dffc62a6460d48f9" /><Relationship Type="http://schemas.openxmlformats.org/officeDocument/2006/relationships/theme" Target="/ppt/slideMasters/theme/theme2.xml" Id="Rca4b6ebf0e6a4891" /><Relationship Type="http://schemas.openxmlformats.org/officeDocument/2006/relationships/slideLayout" Target="/ppt/slideLayouts/slideLayout1.xml" Id="Rc8346c21bb6b4110" /><Relationship Type="http://schemas.openxmlformats.org/officeDocument/2006/relationships/slideLayout" Target="/ppt/slideLayouts/slideLayout2.xml" Id="R3fbba17116554483" /><Relationship Type="http://schemas.openxmlformats.org/officeDocument/2006/relationships/slideLayout" Target="/ppt/slideLayouts/slideLayout3.xml" Id="R0eb56e245acf4711" /><Relationship Type="http://schemas.openxmlformats.org/officeDocument/2006/relationships/slideLayout" Target="/ppt/slideLayouts/slideLayout4.xml" Id="R2caf41b895584b85" /><Relationship Type="http://schemas.openxmlformats.org/officeDocument/2006/relationships/slideLayout" Target="/ppt/slideLayouts/slideLayout5.xml" Id="R3d79427f6b6f46ee" /><Relationship Type="http://schemas.openxmlformats.org/officeDocument/2006/relationships/slideLayout" Target="/ppt/slideLayouts/slideLayout6.xml" Id="R567df9f6d8204f5c" /><Relationship Type="http://schemas.openxmlformats.org/officeDocument/2006/relationships/slideLayout" Target="/ppt/slideLayouts/slideLayout7.xml" Id="R5e089d981146494e" /><Relationship Type="http://schemas.openxmlformats.org/officeDocument/2006/relationships/slideLayout" Target="/ppt/slideLayouts/slideLayout8.xml" Id="R2bdc752cfbd648f3" /><Relationship Type="http://schemas.openxmlformats.org/officeDocument/2006/relationships/slideLayout" Target="/ppt/slideLayouts/slideLayout9.xml" Id="R0b119d457a7541df" /><Relationship Type="http://schemas.openxmlformats.org/officeDocument/2006/relationships/slideLayout" Target="/ppt/slideLayouts/slideLayout10.xml" Id="Ra323df9686364e5c" /><Relationship Type="http://schemas.openxmlformats.org/officeDocument/2006/relationships/slideLayout" Target="/ppt/slideLayouts/slideLayout11.xml" Id="R82f7a2bf6389496c" /><Relationship Type="http://schemas.openxmlformats.org/officeDocument/2006/relationships/slideLayout" Target="/ppt/slideLayouts/slideLayout12.xml" Id="R5f46e16b8b8d4bc3" /><Relationship Type="http://schemas.openxmlformats.org/officeDocument/2006/relationships/slideLayout" Target="/ppt/slideLayouts/slideLayout13.xml" Id="R8df5637ad6614f01" /><Relationship Type="http://schemas.openxmlformats.org/officeDocument/2006/relationships/slideLayout" Target="/ppt/slideLayouts/slideLayout14.xml" Id="Rcebe2cd98bde4850" /><Relationship Type="http://schemas.openxmlformats.org/officeDocument/2006/relationships/slideLayout" Target="/ppt/slideLayouts/slideLayout15.xml" Id="R6b352caddfd5452e" /><Relationship Type="http://schemas.openxmlformats.org/officeDocument/2006/relationships/slideLayout" Target="/ppt/slideLayouts/slideLayout16.xml" Id="R77d95141aac64955" /><Relationship Type="http://schemas.openxmlformats.org/officeDocument/2006/relationships/slideLayout" Target="/ppt/slideLayouts/slideLayout17.xml" Id="Rdc9a57cd4cf54fb0" /></Relationships>
</file>

<file path=ppt/slideMasters/slideMaster1.xml><?xml version="1.0" encoding="utf-8"?>
<p:sldMaster xmlns:p="http://schemas.openxmlformats.org/presentationml/2006/main">
  <p:cSld>
    <p:bg>
      <p:bgPr>
        <a:solidFill xmlns:a="http://schemas.openxmlformats.org/drawingml/2006/main">
          <a:schemeClr val="dk1"/>
        </a:solidFill>
      </p:bgPr>
    </p:bg>
    <p:spTree>
      <p:nvGrpSpPr>
        <p:cNvPr id="1" name=""/>
        <p:cNvGrpSpPr/>
        <p:nvPr/>
      </p:nvGrpSpPr>
      <p:grpSpPr>
        <a:xfrm xmlns:a="http://schemas.openxmlformats.org/drawingml/2006/main"/>
      </p:grpSpPr>
      <p:pic>
        <p:nvPicPr>
          <p:cNvPr id="6" name="Google Shape;6;p15">
            <a:extLst xmlns:a="http://schemas.openxmlformats.org/drawingml/2006/main">
              <a:ext uri="{FF2B5EF4-FFF2-40B4-BE49-F238E27FC236}">
                <a16:creationId xmlns:a16="http://schemas.microsoft.com/office/drawing/2014/main" id="{2CB90B97-FAF4-4D9F-826B-16765744421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ffc62a6460d48f9">
            <a:alphaModFix/>
          </a:blip>
          <a:srcRect xmlns:a="http://schemas.openxmlformats.org/drawingml/2006/main" l="0" t="0" r="0" b="0"/>
          <a:stretch xmlns:a="http://schemas.openxmlformats.org/drawingml/2006/main"/>
        </p:blipFill>
        <p:spPr>
          <a:xfrm xmlns:a="http://schemas.openxmlformats.org/drawingml/2006/main">
            <a:off x="0" y="0"/>
            <a:ext cx="12192000" cy="1441450"/>
          </a:xfrm>
          <a:prstGeom xmlns:a="http://schemas.openxmlformats.org/drawingml/2006/main" prst="rect">
            <a:avLst/>
          </a:prstGeom>
          <a:ln xmlns:a="http://schemas.openxmlformats.org/drawingml/2006/main">
            <a:noFill/>
          </a:ln>
        </p:spPr>
      </p:pic>
      <p:sp>
        <p:nvSpPr>
          <p:cNvPr id="7" name="Google Shape;7;p15">
            <a:extLst xmlns:a="http://schemas.openxmlformats.org/drawingml/2006/main">
              <a:ext uri="{FF2B5EF4-FFF2-40B4-BE49-F238E27FC236}">
                <a16:creationId xmlns:a16="http://schemas.microsoft.com/office/drawing/2014/main" id="{58B1D9FC-74DE-45CD-A1E6-047059EFB0FB}"/>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r">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defRPr>
            </a:lvl1pPr>
            <a:lvl2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9pPr>
          </a:lstStyle>
          <a:p xmlns:a="http://schemas.openxmlformats.org/drawingml/2006/main">
            <a:endParaRPr/>
          </a:p>
        </p:txBody>
      </p:sp>
      <p:sp>
        <p:nvSpPr>
          <p:cNvPr id="8" name="Google Shape;8;p15">
            <a:extLst xmlns:a="http://schemas.openxmlformats.org/drawingml/2006/main">
              <a:ext uri="{FF2B5EF4-FFF2-40B4-BE49-F238E27FC236}">
                <a16:creationId xmlns:a16="http://schemas.microsoft.com/office/drawing/2014/main" id="{BAE0DAB9-304C-4FFA-ACAE-2E77F319F0BA}"/>
              </a:ext>
            </a:extLst>
          </p:cNvPr>
          <p:cNvSpPr>
            <a:spLocks xmlns:a="http://schemas.openxmlformats.org/drawingml/2006/main" noGrp="1"/>
          </p:cNvSpPr>
          <p:nvPr>
            <p:ph type="body" idx="1"/>
          </p:nvPr>
        </p:nvSpPr>
        <p:spPr>
          <a:xfrm xmlns:a="http://schemas.openxmlformats.org/drawingml/2006/main">
            <a:off x="685800" y="2194560"/>
            <a:ext cx="10820400" cy="4024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68300" algn="l">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defRPr>
            </a:lvl1pPr>
            <a:lvl2pPr marL="914400" marR="0" indent="-355600" algn="l">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defRPr>
            </a:lvl2pPr>
            <a:lvl3pPr marL="1371600" marR="0"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defRPr>
            </a:lvl3pPr>
            <a:lvl4pPr marL="1828800" marR="0" indent="-330200" algn="l">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defRPr>
            </a:lvl4pPr>
            <a:lvl5pPr marL="2286000" marR="0" indent="-330200" algn="l">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defRPr>
            </a:lvl5pPr>
            <a:lvl6pPr marL="2743200" marR="0" indent="-330200" algn="l">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defRPr>
            </a:lvl6pPr>
            <a:lvl7pPr marL="3200400" marR="0" indent="-330200" algn="l">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defRPr>
            </a:lvl7pPr>
            <a:lvl8pPr marL="3657600" marR="0" indent="-330200" algn="l">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defRPr>
            </a:lvl8pPr>
            <a:lvl9pPr marL="4114800" marR="0" indent="-330200" algn="l">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defRPr>
            </a:lvl9pPr>
          </a:lstStyle>
          <a:p xmlns:a="http://schemas.openxmlformats.org/drawingml/2006/main">
            <a:endParaRPr/>
          </a:p>
        </p:txBody>
      </p:sp>
      <p:sp>
        <p:nvSpPr>
          <p:cNvPr id="9" name="Google Shape;9;p15">
            <a:extLst xmlns:a="http://schemas.openxmlformats.org/drawingml/2006/main">
              <a:ext uri="{FF2B5EF4-FFF2-40B4-BE49-F238E27FC236}">
                <a16:creationId xmlns:a16="http://schemas.microsoft.com/office/drawing/2014/main" id="{9F0CDB0F-DC23-447F-A179-B4A74AD19160}"/>
              </a:ext>
            </a:extLst>
          </p:cNvPr>
          <p:cNvSpPr>
            <a:spLocks xmlns:a="http://schemas.openxmlformats.org/drawingml/2006/main" noGrp="1"/>
          </p:cNvSpPr>
          <p:nvPr>
            <p:ph type="dt" idx="10"/>
          </p:nvPr>
        </p:nvSpPr>
        <p:spPr>
          <a:xfrm xmlns:a="http://schemas.openxmlformats.org/drawingml/2006/main">
            <a:off x="8595360" y="6356350"/>
            <a:ext cx="291084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r">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9pPr>
          </a:lstStyle>
          <a:p xmlns:a="http://schemas.openxmlformats.org/drawingml/2006/main">
            <a:endParaRPr/>
          </a:p>
        </p:txBody>
      </p:sp>
      <p:sp>
        <p:nvSpPr>
          <p:cNvPr id="10" name="Google Shape;10;p15">
            <a:extLst xmlns:a="http://schemas.openxmlformats.org/drawingml/2006/main">
              <a:ext uri="{FF2B5EF4-FFF2-40B4-BE49-F238E27FC236}">
                <a16:creationId xmlns:a16="http://schemas.microsoft.com/office/drawing/2014/main" id="{65466D9C-A926-4A98-AD81-363836BE15BF}"/>
              </a:ext>
            </a:extLst>
          </p:cNvPr>
          <p:cNvSpPr>
            <a:spLocks xmlns:a="http://schemas.openxmlformats.org/drawingml/2006/main" noGrp="1"/>
          </p:cNvSpPr>
          <p:nvPr>
            <p:ph type="ftr" idx="11"/>
          </p:nvPr>
        </p:nvSpPr>
        <p:spPr>
          <a:xfrm xmlns:a="http://schemas.openxmlformats.org/drawingml/2006/main">
            <a:off x="685800" y="6355845"/>
            <a:ext cx="77724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defRPr>
            </a:lvl9pPr>
          </a:lstStyle>
          <a:p xmlns:a="http://schemas.openxmlformats.org/drawingml/2006/main">
            <a:endParaRPr/>
          </a:p>
        </p:txBody>
      </p:sp>
      <p:sp>
        <p:nvSpPr>
          <p:cNvPr id="11" name="Google Shape;11;p15">
            <a:extLst xmlns:a="http://schemas.openxmlformats.org/drawingml/2006/main">
              <a:ext uri="{FF2B5EF4-FFF2-40B4-BE49-F238E27FC236}">
                <a16:creationId xmlns:a16="http://schemas.microsoft.com/office/drawing/2014/main" id="{5F8A922B-0757-489F-8AFA-077D558D2648}"/>
              </a:ext>
            </a:extLst>
          </p:cNvPr>
          <p:cNvSpPr>
            <a:spLocks xmlns:a="http://schemas.openxmlformats.org/drawingml/2006/main" noGrp="1"/>
          </p:cNvSpPr>
          <p:nvPr>
            <p:ph type="sldNum" idx="12"/>
          </p:nvPr>
        </p:nvSpPr>
        <p:spPr>
          <a:xfrm xmlns:a="http://schemas.openxmlformats.org/drawingml/2006/main">
            <a:off x="8763000" y="381000"/>
            <a:ext cx="27432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1pPr>
            <a:lvl2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2pPr>
            <a:lvl3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3pPr>
            <a:lvl4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4pPr>
            <a:lvl5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5pPr>
            <a:lvl6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6pPr>
            <a:lvl7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7pPr>
            <a:lvl8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8pPr>
            <a:lvl9pPr marL="0" marR="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8346c21bb6b4110"/>
    <p:sldLayoutId xmlns:r="http://schemas.openxmlformats.org/officeDocument/2006/relationships" id="2147483650" r:id="R3fbba17116554483"/>
    <p:sldLayoutId xmlns:r="http://schemas.openxmlformats.org/officeDocument/2006/relationships" id="2147483651" r:id="R0eb56e245acf4711"/>
    <p:sldLayoutId xmlns:r="http://schemas.openxmlformats.org/officeDocument/2006/relationships" id="2147483652" r:id="R2caf41b895584b85"/>
    <p:sldLayoutId xmlns:r="http://schemas.openxmlformats.org/officeDocument/2006/relationships" id="2147483653" r:id="R3d79427f6b6f46ee"/>
    <p:sldLayoutId xmlns:r="http://schemas.openxmlformats.org/officeDocument/2006/relationships" id="2147483654" r:id="R567df9f6d8204f5c"/>
    <p:sldLayoutId xmlns:r="http://schemas.openxmlformats.org/officeDocument/2006/relationships" id="2147483655" r:id="R5e089d981146494e"/>
    <p:sldLayoutId xmlns:r="http://schemas.openxmlformats.org/officeDocument/2006/relationships" id="2147483656" r:id="R2bdc752cfbd648f3"/>
    <p:sldLayoutId xmlns:r="http://schemas.openxmlformats.org/officeDocument/2006/relationships" id="2147483657" r:id="R0b119d457a7541df"/>
    <p:sldLayoutId xmlns:r="http://schemas.openxmlformats.org/officeDocument/2006/relationships" id="2147483658" r:id="Ra323df9686364e5c"/>
    <p:sldLayoutId xmlns:r="http://schemas.openxmlformats.org/officeDocument/2006/relationships" id="2147483659" r:id="R82f7a2bf6389496c"/>
    <p:sldLayoutId xmlns:r="http://schemas.openxmlformats.org/officeDocument/2006/relationships" id="2147483660" r:id="R5f46e16b8b8d4bc3"/>
    <p:sldLayoutId xmlns:r="http://schemas.openxmlformats.org/officeDocument/2006/relationships" id="2147483661" r:id="R8df5637ad6614f01"/>
    <p:sldLayoutId xmlns:r="http://schemas.openxmlformats.org/officeDocument/2006/relationships" id="2147483662" r:id="Rcebe2cd98bde4850"/>
    <p:sldLayoutId xmlns:r="http://schemas.openxmlformats.org/officeDocument/2006/relationships" id="2147483663" r:id="R6b352caddfd5452e"/>
    <p:sldLayoutId xmlns:r="http://schemas.openxmlformats.org/officeDocument/2006/relationships" id="2147483664" r:id="R77d95141aac64955"/>
    <p:sldLayoutId xmlns:r="http://schemas.openxmlformats.org/officeDocument/2006/relationships" id="2147483665" r:id="Rdc9a57cd4cf54fb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372ef7c0164fd4" /><Relationship Type="http://schemas.openxmlformats.org/officeDocument/2006/relationships/image" Target="/ppt/media/image3.png" Id="R0878950b74c84f78" /><Relationship Type="http://schemas.openxmlformats.org/officeDocument/2006/relationships/notesSlide" Target="/ppt/notesSlides/notesSlide1.xml" Id="R814db66e4fee48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75a805b95f8451c" /><Relationship Type="http://schemas.openxmlformats.org/officeDocument/2006/relationships/image" Target="/ppt/media/image4.png" Id="R161fb68cb3dd4b21" /><Relationship Type="http://schemas.openxmlformats.org/officeDocument/2006/relationships/image" Target="/ppt/media/image3.png" Id="R9fcaca31e9054337" /><Relationship Type="http://schemas.openxmlformats.org/officeDocument/2006/relationships/notesSlide" Target="/ppt/notesSlides/notesSlide2.xml" Id="R0b30617090ff4d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7feea21615b4c2f" /><Relationship Type="http://schemas.openxmlformats.org/officeDocument/2006/relationships/image" Target="/ppt/media/image3.png" Id="R008ac4ab38174d1e" /><Relationship Type="http://schemas.openxmlformats.org/officeDocument/2006/relationships/notesSlide" Target="/ppt/notesSlides/notesSlide3.xml" Id="Rb3e16be1ec4846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dbd29a28a0f48ac" /><Relationship Type="http://schemas.openxmlformats.org/officeDocument/2006/relationships/image" Target="/ppt/media/image3.png" Id="R3205a13c2a264868" /><Relationship Type="http://schemas.openxmlformats.org/officeDocument/2006/relationships/notesSlide" Target="/ppt/notesSlides/notesSlide4.xml" Id="R982d1c222ce341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0c03be4c87c4ef6" /><Relationship Type="http://schemas.openxmlformats.org/officeDocument/2006/relationships/image" Target="/ppt/media/image3.png" Id="R6d6378afe51540f3" /><Relationship Type="http://schemas.openxmlformats.org/officeDocument/2006/relationships/notesSlide" Target="/ppt/notesSlides/notesSlide5.xml" Id="R3760861d46244a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7fcfbf33de049a5" /><Relationship Type="http://schemas.openxmlformats.org/officeDocument/2006/relationships/image" Target="/ppt/media/image3.png" Id="R22842e77b2fc41f9" /><Relationship Type="http://schemas.openxmlformats.org/officeDocument/2006/relationships/notesSlide" Target="/ppt/notesSlides/notesSlide6.xml" Id="Rb4a3812e91ff46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e3f4412b6b7e4266" /><Relationship Type="http://schemas.openxmlformats.org/officeDocument/2006/relationships/image" Target="/ppt/media/image3.png" Id="R9b9ba20ee6f04c32" /><Relationship Type="http://schemas.openxmlformats.org/officeDocument/2006/relationships/notesSlide" Target="/ppt/notesSlides/notesSlide7.xml" Id="R377d4eae043840f4"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4d3c16810ebb46f5" /><Relationship Type="http://schemas.openxmlformats.org/officeDocument/2006/relationships/image" Target="/ppt/media/image3.png" Id="Ra208561519024899" /><Relationship Type="http://schemas.openxmlformats.org/officeDocument/2006/relationships/image" Target="/ppt/media/image5.png" Id="Raaa9b92b343947d0" /><Relationship Type="http://schemas.openxmlformats.org/officeDocument/2006/relationships/notesSlide" Target="/ppt/notesSlides/notesSlide8.xml" Id="R3aa63647405e4b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bcf24052bc2d4462" /><Relationship Type="http://schemas.openxmlformats.org/officeDocument/2006/relationships/image" Target="/ppt/media/image3.png" Id="R00db1113f2a843cf" /><Relationship Type="http://schemas.openxmlformats.org/officeDocument/2006/relationships/image" Target="/ppt/media/image6.png" Id="Rf97b86498cee4924" /><Relationship Type="http://schemas.openxmlformats.org/officeDocument/2006/relationships/notesSlide" Target="/ppt/notesSlides/notesSlide9.xml" Id="Rb93c7d8603b644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e88df26b20f492f" /><Relationship Type="http://schemas.openxmlformats.org/officeDocument/2006/relationships/image" Target="/ppt/media/image3.png" Id="Rec8ffdf242584f15" /><Relationship Type="http://schemas.openxmlformats.org/officeDocument/2006/relationships/image" Target="/ppt/media/image7.png" Id="R46bb5a30371b48d1" /><Relationship Type="http://schemas.openxmlformats.org/officeDocument/2006/relationships/notesSlide" Target="/ppt/notesSlides/notesSlide10.xml" Id="R77dea0a9b1364d1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9888fde0d01c448f" /><Relationship Type="http://schemas.openxmlformats.org/officeDocument/2006/relationships/image" Target="/ppt/media/image3.png" Id="R4c671a0ff31f47ee" /><Relationship Type="http://schemas.openxmlformats.org/officeDocument/2006/relationships/image" Target="/ppt/media/image8.png" Id="R6c96039fa2504218" /><Relationship Type="http://schemas.openxmlformats.org/officeDocument/2006/relationships/notesSlide" Target="/ppt/notesSlides/notesSlide11.xml" Id="R47a9bd3b2d7940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9129b34393a94590" /><Relationship Type="http://schemas.openxmlformats.org/officeDocument/2006/relationships/image" Target="/ppt/media/image3.png" Id="Rdfcc3fd093d74022" /><Relationship Type="http://schemas.openxmlformats.org/officeDocument/2006/relationships/image" Target="/ppt/media/image9.png" Id="R2f189dbd00f545b8" /><Relationship Type="http://schemas.openxmlformats.org/officeDocument/2006/relationships/notesSlide" Target="/ppt/notesSlides/notesSlide12.xml" Id="Rd1b18d76e80b415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de3ee6589d204fe9" /><Relationship Type="http://schemas.openxmlformats.org/officeDocument/2006/relationships/image" Target="/ppt/media/image3.png" Id="R26a55ccfcf194d8c" /><Relationship Type="http://schemas.openxmlformats.org/officeDocument/2006/relationships/image" Target="/ppt/media/image10.png" Id="R8eff7bfd68c64826" /><Relationship Type="http://schemas.openxmlformats.org/officeDocument/2006/relationships/notesSlide" Target="/ppt/notesSlides/notesSlide13.xml" Id="R5593683edd3048a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16e57df53ef1487e" /><Relationship Type="http://schemas.openxmlformats.org/officeDocument/2006/relationships/image" Target="/ppt/media/image11.png" Id="R3f2988725ba948f4" /><Relationship Type="http://schemas.openxmlformats.org/officeDocument/2006/relationships/image" Target="/ppt/media/image3.png" Id="R7825328b755c4f3a" /><Relationship Type="http://schemas.openxmlformats.org/officeDocument/2006/relationships/notesSlide" Target="/ppt/notesSlides/notesSlide14.xml" Id="R170b73da18d2413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95d8683eb38a449a" /><Relationship Type="http://schemas.openxmlformats.org/officeDocument/2006/relationships/image" Target="/ppt/media/image3.png" Id="R44fd150ef7ec4a8b" /><Relationship Type="http://schemas.openxmlformats.org/officeDocument/2006/relationships/notesSlide" Target="/ppt/notesSlides/notesSlide15.xml" Id="R5fa13e9c5a9e41e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246429781d584027" /><Relationship Type="http://schemas.openxmlformats.org/officeDocument/2006/relationships/image" Target="/ppt/media/image3.png" Id="Rf3cfdc030d3249fb" /><Relationship Type="http://schemas.openxmlformats.org/officeDocument/2006/relationships/notesSlide" Target="/ppt/notesSlides/notesSlide16.xml" Id="R5742ad831f674d4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6ce648ab3f1e40ac" /><Relationship Type="http://schemas.openxmlformats.org/officeDocument/2006/relationships/image" Target="/ppt/media/image3.png" Id="R50487b23d2dc49fc" /><Relationship Type="http://schemas.openxmlformats.org/officeDocument/2006/relationships/notesSlide" Target="/ppt/notesSlides/notesSlide17.xml" Id="Rb0282f756e6a458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b8a81a9e23d54a9d" /><Relationship Type="http://schemas.openxmlformats.org/officeDocument/2006/relationships/image" Target="/ppt/media/image3.png" Id="Rfae7339e266b4d7a" /><Relationship Type="http://schemas.openxmlformats.org/officeDocument/2006/relationships/notesSlide" Target="/ppt/notesSlides/notesSlide18.xml" Id="R0edf7ea0c8da4e8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7f5d38588b674568" /><Relationship Type="http://schemas.openxmlformats.org/officeDocument/2006/relationships/image" Target="/ppt/media/image3.png" Id="Rb9de108cb7d4451c" /><Relationship Type="http://schemas.openxmlformats.org/officeDocument/2006/relationships/notesSlide" Target="/ppt/notesSlides/notesSlide19.xml" Id="R2f4980bfda764a4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44" name="Google Shape;144;p1">
            <a:extLst xmlns:a="http://schemas.openxmlformats.org/drawingml/2006/main">
              <a:ext uri="{FF2B5EF4-FFF2-40B4-BE49-F238E27FC236}">
                <a16:creationId xmlns:a16="http://schemas.microsoft.com/office/drawing/2014/main" id="{55079E21-CF86-4299-BE75-18C53B81D3DA}"/>
              </a:ext>
            </a:extLst>
          </p:cNvPr>
          <p:cNvSpPr>
            <a:spLocks xmlns:a="http://schemas.openxmlformats.org/drawingml/2006/main" noGrp="1"/>
          </p:cNvSpPr>
          <p:nvPr>
            <p:ph type="ctrTitle" idx="0"/>
          </p:nvPr>
        </p:nvSpPr>
        <p:spPr>
          <a:xfrm xmlns:a="http://schemas.openxmlformats.org/drawingml/2006/main">
            <a:off x="1371600" y="1790153"/>
            <a:ext cx="9448800" cy="182509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p xmlns:a="http://schemas.openxmlformats.org/drawingml/2006/main">
            <a:pPr marL="0" lvl="0" indent="0" algn="l">
              <a:lnSpc>
                <a:spcPct val="90000"/>
              </a:lnSpc>
              <a:spcBef>
                <a:spcPts val="0"/>
              </a:spcBef>
              <a:spcAft>
                <a:spcPts val="0"/>
              </a:spcAft>
              <a:buClr>
                <a:schemeClr val="lt1"/>
              </a:buClr>
              <a:buSzPts val="6000"/>
              <a:buFont typeface="Century Gothic"/>
              <a:buNone/>
            </a:pPr>
            <a:r>
              <a:t>Green Pace</a:t>
            </a:r>
            <a:endParaRPr/>
          </a:p>
        </p:txBody>
      </p:sp>
      <p:sp>
        <p:nvSpPr>
          <p:cNvPr id="145" name="Google Shape;145;p1">
            <a:extLst xmlns:a="http://schemas.openxmlformats.org/drawingml/2006/main">
              <a:ext uri="{FF2B5EF4-FFF2-40B4-BE49-F238E27FC236}">
                <a16:creationId xmlns:a16="http://schemas.microsoft.com/office/drawing/2014/main" id="{81DF03ED-879D-4602-BC31-8648F87D184F}"/>
              </a:ext>
            </a:extLst>
          </p:cNvPr>
          <p:cNvSpPr>
            <a:spLocks xmlns:a="http://schemas.openxmlformats.org/drawingml/2006/main" noGrp="1"/>
          </p:cNvSpPr>
          <p:nvPr>
            <p:ph type="subTitle" idx="1"/>
          </p:nvPr>
        </p:nvSpPr>
        <p:spPr>
          <a:xfrm xmlns:a="http://schemas.openxmlformats.org/drawingml/2006/main">
            <a:off x="1371600" y="3632200"/>
            <a:ext cx="9448800" cy="1561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defPPr>
              <a:defRPr sz="2250">
                <a:solidFill>
                  <a:srgbClr val="FFFFFF"/>
                </a:solidFill>
              </a:defRPr>
            </a:defPPr>
            <a:lvl1pPr>
              <a:defRPr sz="2250">
                <a:solidFill>
                  <a:srgbClr val="FFFFFF"/>
                </a:solidFill>
              </a:defRPr>
            </a:lvl1pPr>
            <a:lvl2pPr>
              <a:defRPr sz="2250">
                <a:solidFill>
                  <a:srgbClr val="FFFFFF"/>
                </a:solidFill>
              </a:defRPr>
            </a:lvl2pPr>
            <a:lvl3pPr>
              <a:defRPr sz="2250">
                <a:solidFill>
                  <a:srgbClr val="FFFFFF"/>
                </a:solidFill>
              </a:defRPr>
            </a:lvl3pPr>
            <a:lvl4pPr>
              <a:defRPr sz="2250">
                <a:solidFill>
                  <a:srgbClr val="FFFFFF"/>
                </a:solidFill>
              </a:defRPr>
            </a:lvl4pPr>
            <a:lvl5pPr>
              <a:defRPr sz="2250">
                <a:solidFill>
                  <a:srgbClr val="FFFFFF"/>
                </a:solidFill>
              </a:defRPr>
            </a:lvl5pPr>
            <a:lvl6pPr>
              <a:defRPr sz="2250">
                <a:solidFill>
                  <a:srgbClr val="FFFFFF"/>
                </a:solidFill>
              </a:defRPr>
            </a:lvl6pPr>
            <a:lvl7pPr>
              <a:defRPr sz="2250">
                <a:solidFill>
                  <a:srgbClr val="FFFFFF"/>
                </a:solidFill>
              </a:defRPr>
            </a:lvl7pPr>
            <a:lvl8pPr>
              <a:defRPr sz="2250">
                <a:solidFill>
                  <a:srgbClr val="FFFFFF"/>
                </a:solidFill>
              </a:defRPr>
            </a:lvl8pPr>
            <a:lvl9pPr>
              <a:defRPr sz="2250">
                <a:solidFill>
                  <a:srgbClr val="FFFFFF"/>
                </a:solidFill>
              </a:defRPr>
            </a:lvl9pPr>
          </a:lstStyle>
          <a:p xmlns:a="http://schemas.openxmlformats.org/drawingml/2006/main">
            <a:pPr marL="0" lvl="0" indent="0" algn="l">
              <a:lnSpc>
                <a:spcPct val="70000"/>
              </a:lnSpc>
              <a:spcBef>
                <a:spcPts val="0"/>
              </a:spcBef>
              <a:spcAft>
                <a:spcPts val="0"/>
              </a:spcAft>
              <a:buClr>
                <a:schemeClr val="lt1"/>
              </a:buClr>
              <a:buSzPts val="1850"/>
              <a:buNone/>
              <a:defRPr sz="2250">
                <a:solidFill>
                  <a:srgbClr val="FFFFFF"/>
                </a:solidFill>
              </a:defRPr>
            </a:pPr>
            <a:r>
              <a:rPr sz="2250">
                <a:solidFill>
                  <a:srgbClr val="FFFFFF"/>
                </a:solidFill>
              </a:rPr>
              <a:t>Security Policy Presentation</a:t>
            </a:r>
            <a:endParaRPr/>
          </a:p>
          <a:p xmlns:a="http://schemas.openxmlformats.org/drawingml/2006/main">
            <a:pPr marL="0" lvl="0" indent="0" algn="l">
              <a:lnSpc>
                <a:spcPct val="70000"/>
              </a:lnSpc>
              <a:spcBef>
                <a:spcPts val="1000"/>
              </a:spcBef>
              <a:spcAft>
                <a:spcPts val="0"/>
              </a:spcAft>
              <a:buClr>
                <a:schemeClr val="lt1"/>
              </a:buClr>
              <a:buSzPts val="1850"/>
              <a:buNone/>
              <a:defRPr sz="2250">
                <a:solidFill>
                  <a:srgbClr val="FFFFFF"/>
                </a:solidFill>
              </a:defRPr>
            </a:pPr>
            <a:r>
              <a:rPr sz="2250">
                <a:solidFill>
                  <a:srgbClr val="FFFFFF"/>
                </a:solidFill>
              </a:rPr>
              <a:t>Leonard Foy</a:t>
            </a:r>
            <a:endParaRPr/>
          </a:p>
          <a:p xmlns:a="http://schemas.openxmlformats.org/drawingml/2006/main">
            <a:pPr marL="0" lvl="0" indent="0" algn="l">
              <a:lnSpc>
                <a:spcPct val="70000"/>
              </a:lnSpc>
              <a:spcBef>
                <a:spcPts val="1000"/>
              </a:spcBef>
              <a:spcAft>
                <a:spcPts val="0"/>
              </a:spcAft>
              <a:buClr>
                <a:schemeClr val="lt1"/>
              </a:buClr>
              <a:buSzPts val="1850"/>
              <a:buNone/>
              <a:defRPr sz="2250">
                <a:solidFill>
                  <a:srgbClr val="FFFFFF"/>
                </a:solidFill>
              </a:defRPr>
            </a:pPr>
            <a:r>
              <a:rPr sz="2250">
                <a:solidFill>
                  <a:srgbClr val="FFFFFF"/>
                </a:solidFill>
              </a:rPr>
              <a:t>CS 405 Project Two • October 18, 2026</a:t>
            </a:r>
            <a:endParaRPr sz="1850" i="1"/>
          </a:p>
        </p:txBody>
      </p:sp>
      <p:pic>
        <p:nvPicPr>
          <p:cNvPr id="146" name="Google Shape;146;p1">
            <a:extLst xmlns:a="http://schemas.openxmlformats.org/drawingml/2006/main">
              <a:ext uri="{FF2B5EF4-FFF2-40B4-BE49-F238E27FC236}">
                <a16:creationId xmlns:a16="http://schemas.microsoft.com/office/drawing/2014/main" id="{79BD9B00-98E3-4A04-A50F-BBBA36DFE6C8}"/>
              </a:ext>
            </a:extLst>
          </p:cNvPr>
          <p:cNvPicPr>
            <a:picLocks xmlns:a="http://schemas.openxmlformats.org/drawingml/2006/main" noChangeAspect="1"/>
          </p:cNvPicPr>
          <p:nvPr/>
        </p:nvPicPr>
        <p:blipFill>
          <a:blip xmlns:r="http://schemas.openxmlformats.org/officeDocument/2006/relationships" xmlns:a="http://schemas.openxmlformats.org/drawingml/2006/main" r:embed="R0878950b74c84f78">
            <a:alphaModFix/>
          </a:blip>
          <a:stretch xmlns:a="http://schemas.openxmlformats.org/drawingml/2006/main">
            <a:fillRect l="0" t="0" r="0" b="0"/>
          </a:stretch>
        </p:blipFill>
        <p:spPr>
          <a:xfrm xmlns:a="http://schemas.openxmlformats.org/drawingml/2006/main">
            <a:off x="7440774" y="659854"/>
            <a:ext cx="2921424" cy="3786772"/>
          </a:xfrm>
          <a:prstGeom xmlns:a="http://schemas.openxmlformats.org/drawingml/2006/main" prst="rect">
            <a:avLst/>
          </a:prstGeom>
          <a:ln xmlns:a="http://schemas.openxmlformats.org/drawingml/2006/main">
            <a:noFill/>
          </a:ln>
        </p:spPr>
      </p:pic>
      <p:sp>
        <p:nvSpPr>
          <p:cNvPr id="147" name="">
            <a:extLst xmlns:a="http://schemas.openxmlformats.org/drawingml/2006/main">
              <a:ext uri="{FF2B5EF4-FFF2-40B4-BE49-F238E27FC236}">
                <a16:creationId xmlns:a16="http://schemas.microsoft.com/office/drawing/2014/main" id="{7B3F0E34-01E8-4347-A0FF-32D9BB06CFFB}"/>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1 / 19</a:t>
            </a:r>
          </a:p>
        </p:txBody>
      </p:sp>
    </p:spTree>
    <p:extLst>
      <p:ext uri="{BB962C8B-B14F-4D97-AF65-F5344CB8AC3E}">
        <p14:creationId xmlns:p14="http://schemas.microsoft.com/office/powerpoint/2010/main" val="127632576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51" name="Google Shape;151;p3">
            <a:extLst xmlns:a="http://schemas.openxmlformats.org/drawingml/2006/main">
              <a:ext uri="{FF2B5EF4-FFF2-40B4-BE49-F238E27FC236}">
                <a16:creationId xmlns:a16="http://schemas.microsoft.com/office/drawing/2014/main" id="{99E85830-E0AB-49BD-A319-3DD2F5A59AEA}"/>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r">
              <a:lnSpc>
                <a:spcPct val="90000"/>
              </a:lnSpc>
              <a:spcBef>
                <a:spcPts val="0"/>
              </a:spcBef>
              <a:spcAft>
                <a:spcPts val="0"/>
              </a:spcAft>
              <a:buClr>
                <a:schemeClr val="lt1"/>
              </a:buClr>
              <a:buSzPts val="4000"/>
              <a:buFont typeface="Century Gothic"/>
              <a:buNone/>
            </a:pPr>
            <a:r>
              <a:t>OVERVIEW: DEFENSE IN DEPTH</a:t>
            </a:r>
            <a:endParaRPr/>
          </a:p>
        </p:txBody>
      </p:sp>
      <p:sp>
        <p:nvSpPr>
          <p:cNvPr id="152" name="Google Shape;152;p3">
            <a:extLst xmlns:a="http://schemas.openxmlformats.org/drawingml/2006/main">
              <a:ext uri="{FF2B5EF4-FFF2-40B4-BE49-F238E27FC236}">
                <a16:creationId xmlns:a16="http://schemas.microsoft.com/office/drawing/2014/main" id="{F9F2C761-7488-44D4-B22B-905D2A2AFCCC}"/>
              </a:ext>
            </a:extLst>
          </p:cNvPr>
          <p:cNvSpPr>
            <a:spLocks xmlns:a="http://schemas.openxmlformats.org/drawingml/2006/main" noGrp="1"/>
          </p:cNvSpPr>
          <p:nvPr>
            <p:ph type="body" idx="1"/>
          </p:nvPr>
        </p:nvSpPr>
        <p:spPr>
          <a:xfrm xmlns:a="http://schemas.openxmlformats.org/drawingml/2006/main">
            <a:off x="685800" y="2076450"/>
            <a:ext cx="10382250" cy="1095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97207"/>
          </a:bodyPr>
          <a:lstStyle xmlns:a="http://schemas.openxmlformats.org/drawingml/2006/main">
            <a:defPPr>
              <a:defRPr sz="1875">
                <a:solidFill>
                  <a:srgbClr val="FFFFFF"/>
                </a:solidFill>
              </a:defRPr>
            </a:defPPr>
            <a:lvl1pPr>
              <a:defRPr sz="1875">
                <a:solidFill>
                  <a:srgbClr val="FFFFFF"/>
                </a:solidFill>
              </a:defRPr>
            </a:lvl1pPr>
            <a:lvl2pPr>
              <a:defRPr sz="1875">
                <a:solidFill>
                  <a:srgbClr val="FFFFFF"/>
                </a:solidFill>
              </a:defRPr>
            </a:lvl2pPr>
            <a:lvl3pPr>
              <a:defRPr sz="1875">
                <a:solidFill>
                  <a:srgbClr val="FFFFFF"/>
                </a:solidFill>
              </a:defRPr>
            </a:lvl3pPr>
            <a:lvl4pPr>
              <a:defRPr sz="1875">
                <a:solidFill>
                  <a:srgbClr val="FFFFFF"/>
                </a:solidFill>
              </a:defRPr>
            </a:lvl4pPr>
            <a:lvl5pPr>
              <a:defRPr sz="1875">
                <a:solidFill>
                  <a:srgbClr val="FFFFFF"/>
                </a:solidFill>
              </a:defRPr>
            </a:lvl5pPr>
            <a:lvl6pPr>
              <a:defRPr sz="1875">
                <a:solidFill>
                  <a:srgbClr val="FFFFFF"/>
                </a:solidFill>
              </a:defRPr>
            </a:lvl6pPr>
            <a:lvl7pPr>
              <a:defRPr sz="1875">
                <a:solidFill>
                  <a:srgbClr val="FFFFFF"/>
                </a:solidFill>
              </a:defRPr>
            </a:lvl7pPr>
            <a:lvl8pPr>
              <a:defRPr sz="1875">
                <a:solidFill>
                  <a:srgbClr val="FFFFFF"/>
                </a:solidFill>
              </a:defRPr>
            </a:lvl8pPr>
            <a:lvl9pPr>
              <a:defRPr sz="1875">
                <a:solidFill>
                  <a:srgbClr val="FFFFFF"/>
                </a:solidFill>
              </a:defRPr>
            </a:lvl9pPr>
          </a:lstStyle>
          <a:p xmlns:a="http://schemas.openxmlformats.org/drawingml/2006/main">
            <a:pPr marL="685800" lvl="0" indent="0" algn="l">
              <a:lnSpc>
                <a:spcPct val="90000"/>
              </a:lnSpc>
              <a:spcBef>
                <a:spcPts val="0"/>
              </a:spcBef>
              <a:spcAft>
                <a:spcPts val="0"/>
              </a:spcAft>
              <a:buSzPts val="1800"/>
              <a:buNone/>
              <a:defRPr sz="1875">
                <a:solidFill>
                  <a:srgbClr val="FFFFFF"/>
                </a:solidFill>
              </a:defRPr>
            </a:pPr>
            <a:r>
              <a:rPr sz="1875">
                <a:solidFill>
                  <a:srgbClr val="FFFFFF"/>
                </a:solidFill>
              </a:rPr>
              <a:t>A shared C++17 policy makes security expectations repeatable.</a:t>
            </a:r>
            <a:endParaRPr sz="1600"/>
          </a:p>
          <a:p xmlns:a="http://schemas.openxmlformats.org/drawingml/2006/main">
            <a:pPr marL="0" lvl="0" indent="0" algn="l">
              <a:lnSpc>
                <a:spcPct val="90000"/>
              </a:lnSpc>
              <a:spcBef>
                <a:spcPts val="1000"/>
              </a:spcBef>
              <a:spcAft>
                <a:spcPts val="0"/>
              </a:spcAft>
              <a:buClr>
                <a:schemeClr val="lt1"/>
              </a:buClr>
              <a:buSzPts val="2200"/>
              <a:buNone/>
              <a:defRPr sz="1875">
                <a:solidFill>
                  <a:srgbClr val="FFFFFF"/>
                </a:solidFill>
              </a:defRPr>
            </a:pPr>
            <a:r>
              <a:rPr sz="1875">
                <a:solidFill>
                  <a:srgbClr val="FFFFFF"/>
                </a:solidFill>
              </a:rPr>
              <a:t>Treat every input and interface as potentially vulnerable.</a:t>
            </a:r>
            <a:endParaRPr/>
          </a:p>
          <a:p xmlns:a="http://schemas.openxmlformats.org/drawingml/2006/main">
            <a:pPr marL="0" lvl="0" indent="0" algn="l">
              <a:lnSpc>
                <a:spcPct val="90000"/>
              </a:lnSpc>
              <a:spcBef>
                <a:spcPts val="1000"/>
              </a:spcBef>
              <a:spcAft>
                <a:spcPts val="0"/>
              </a:spcAft>
              <a:buClr>
                <a:schemeClr val="lt1"/>
              </a:buClr>
              <a:buSzPts val="2200"/>
              <a:buNone/>
              <a:defRPr sz="1875">
                <a:solidFill>
                  <a:srgbClr val="FFFFFF"/>
                </a:solidFill>
              </a:defRPr>
            </a:pPr>
            <a:r>
              <a:rPr sz="1875">
                <a:solidFill>
                  <a:srgbClr val="FFFFFF"/>
                </a:solidFill>
              </a:rPr>
              <a:t>Layer secure code, access controls, encryption, testing, and monitoring.</a:t>
            </a:r>
            <a:endParaRPr/>
          </a:p>
        </p:txBody>
      </p:sp>
      <p:pic>
        <p:nvPicPr>
          <p:cNvPr id="153" name="Google Shape;153;p3">
            <a:extLst xmlns:a="http://schemas.openxmlformats.org/drawingml/2006/main">
              <a:ext uri="{FF2B5EF4-FFF2-40B4-BE49-F238E27FC236}">
                <a16:creationId xmlns:a16="http://schemas.microsoft.com/office/drawing/2014/main" id="{BEE0B209-68A6-46EA-BCEF-16FE87CF0C5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61fb68cb3dd4b21">
            <a:alphaModFix/>
          </a:blip>
          <a:srcRect xmlns:a="http://schemas.openxmlformats.org/drawingml/2006/main" l="0" t="0" r="0" b="0"/>
          <a:stretch xmlns:a="http://schemas.openxmlformats.org/drawingml/2006/main"/>
        </p:blipFill>
        <p:spPr>
          <a:xfrm xmlns:a="http://schemas.openxmlformats.org/drawingml/2006/main">
            <a:off x="3143250" y="3333750"/>
            <a:ext cx="5953125" cy="3238500"/>
          </a:xfrm>
          <a:prstGeom xmlns:a="http://schemas.openxmlformats.org/drawingml/2006/main" prst="rect">
            <a:avLst/>
          </a:prstGeom>
          <a:ln xmlns:a="http://schemas.openxmlformats.org/drawingml/2006/main">
            <a:noFill/>
          </a:ln>
        </p:spPr>
      </p:pic>
      <p:pic>
        <p:nvPicPr>
          <p:cNvPr id="154" name="Google Shape;154;p3">
            <a:extLst xmlns:a="http://schemas.openxmlformats.org/drawingml/2006/main">
              <a:ext uri="{FF2B5EF4-FFF2-40B4-BE49-F238E27FC236}">
                <a16:creationId xmlns:a16="http://schemas.microsoft.com/office/drawing/2014/main" id="{9C77AC3A-464A-40B3-BDBE-956CBB865734}"/>
              </a:ext>
            </a:extLst>
          </p:cNvPr>
          <p:cNvPicPr>
            <a:picLocks xmlns:a="http://schemas.openxmlformats.org/drawingml/2006/main" noChangeAspect="1"/>
          </p:cNvPicPr>
          <p:nvPr/>
        </p:nvPicPr>
        <p:blipFill>
          <a:blip xmlns:r="http://schemas.openxmlformats.org/officeDocument/2006/relationships" xmlns:a="http://schemas.openxmlformats.org/drawingml/2006/main" r:embed="R9fcaca31e9054337">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sp>
        <p:nvSpPr>
          <p:cNvPr id="155" name="">
            <a:extLst xmlns:a="http://schemas.openxmlformats.org/drawingml/2006/main">
              <a:ext uri="{FF2B5EF4-FFF2-40B4-BE49-F238E27FC236}">
                <a16:creationId xmlns:a16="http://schemas.microsoft.com/office/drawing/2014/main" id="{D985A0FC-ABFB-460D-A274-DDF4D0297006}"/>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2 / 19</a:t>
            </a:r>
          </a:p>
        </p:txBody>
      </p:sp>
    </p:spTree>
    <p:extLst>
      <p:ext uri="{BB962C8B-B14F-4D97-AF65-F5344CB8AC3E}">
        <p14:creationId xmlns:p14="http://schemas.microsoft.com/office/powerpoint/2010/main" val="70917237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59" name="Google Shape;159;p4">
            <a:extLst xmlns:a="http://schemas.openxmlformats.org/drawingml/2006/main">
              <a:ext uri="{FF2B5EF4-FFF2-40B4-BE49-F238E27FC236}">
                <a16:creationId xmlns:a16="http://schemas.microsoft.com/office/drawing/2014/main" id="{135E64CE-ED07-4D03-B13E-25BDC36D30F0}"/>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r">
              <a:lnSpc>
                <a:spcPct val="90000"/>
              </a:lnSpc>
              <a:spcBef>
                <a:spcPts val="0"/>
              </a:spcBef>
              <a:spcAft>
                <a:spcPts val="0"/>
              </a:spcAft>
              <a:buClr>
                <a:schemeClr val="lt1"/>
              </a:buClr>
              <a:buSzPts val="4000"/>
              <a:buFont typeface="Century Gothic"/>
              <a:buNone/>
            </a:pPr>
            <a:r>
              <a:t>THREATS MATRIX</a:t>
            </a:r>
            <a:endParaRPr/>
          </a:p>
        </p:txBody>
      </p:sp>
      <p:sp>
        <p:nvSpPr>
          <p:cNvPr id="160" name="Google Shape;160;p4">
            <a:extLst xmlns:a="http://schemas.openxmlformats.org/drawingml/2006/main">
              <a:ext uri="{FF2B5EF4-FFF2-40B4-BE49-F238E27FC236}">
                <a16:creationId xmlns:a16="http://schemas.microsoft.com/office/drawing/2014/main" id="{39115ADC-2F73-4AD8-8601-BB8A6327175B}"/>
              </a:ext>
            </a:extLst>
          </p:cNvPr>
          <p:cNvSpPr>
            <a:spLocks xmlns:a="http://schemas.openxmlformats.org/drawingml/2006/main" noGrp="1"/>
          </p:cNvSpPr>
          <p:nvPr>
            <p:ph type="body" idx="1"/>
          </p:nvPr>
        </p:nvSpPr>
        <p:spPr>
          <a:xfrm xmlns:a="http://schemas.openxmlformats.org/drawingml/2006/main">
            <a:off x="619125" y="2286000"/>
            <a:ext cx="2571750" cy="3905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defPPr>
              <a:defRPr sz="1725">
                <a:solidFill>
                  <a:srgbClr val="FFFFFF"/>
                </a:solidFill>
              </a:defRPr>
            </a:defPPr>
            <a:lvl1pPr>
              <a:defRPr sz="1725">
                <a:solidFill>
                  <a:srgbClr val="FFFFFF"/>
                </a:solidFill>
              </a:defRPr>
            </a:lvl1pPr>
            <a:lvl2pPr>
              <a:defRPr sz="1725">
                <a:solidFill>
                  <a:srgbClr val="FFFFFF"/>
                </a:solidFill>
              </a:defRPr>
            </a:lvl2pPr>
            <a:lvl3pPr>
              <a:defRPr sz="1725">
                <a:solidFill>
                  <a:srgbClr val="FFFFFF"/>
                </a:solidFill>
              </a:defRPr>
            </a:lvl3pPr>
            <a:lvl4pPr>
              <a:defRPr sz="1725">
                <a:solidFill>
                  <a:srgbClr val="FFFFFF"/>
                </a:solidFill>
              </a:defRPr>
            </a:lvl4pPr>
            <a:lvl5pPr>
              <a:defRPr sz="1725">
                <a:solidFill>
                  <a:srgbClr val="FFFFFF"/>
                </a:solidFill>
              </a:defRPr>
            </a:lvl5pPr>
            <a:lvl6pPr>
              <a:defRPr sz="1725">
                <a:solidFill>
                  <a:srgbClr val="FFFFFF"/>
                </a:solidFill>
              </a:defRPr>
            </a:lvl6pPr>
            <a:lvl7pPr>
              <a:defRPr sz="1725">
                <a:solidFill>
                  <a:srgbClr val="FFFFFF"/>
                </a:solidFill>
              </a:defRPr>
            </a:lvl7pPr>
            <a:lvl8pPr>
              <a:defRPr sz="1725">
                <a:solidFill>
                  <a:srgbClr val="FFFFFF"/>
                </a:solidFill>
              </a:defRPr>
            </a:lvl8pPr>
            <a:lvl9pPr>
              <a:defRPr sz="1725">
                <a:solidFill>
                  <a:srgbClr val="FFFFFF"/>
                </a:solidFill>
              </a:defRPr>
            </a:lvl9pPr>
          </a:lstStyle>
          <a:p xmlns:a="http://schemas.openxmlformats.org/drawingml/2006/main">
            <a:pPr marL="228600" lvl="0" indent="0" algn="l">
              <a:lnSpc>
                <a:spcPct val="107916"/>
              </a:lnSpc>
              <a:spcBef>
                <a:spcPts val="0"/>
              </a:spcBef>
              <a:spcAft>
                <a:spcPts val="0"/>
              </a:spcAft>
              <a:buSzPts val="1800"/>
              <a:buNone/>
              <a:defRPr sz="1725">
                <a:solidFill>
                  <a:srgbClr val="FFFFFF"/>
                </a:solidFill>
              </a:defRPr>
            </a:pPr>
            <a:r>
              <a:rPr sz="1725">
                <a:solidFill>
                  <a:srgbClr val="FFFFFF"/>
                </a:solidFill>
              </a:rPr>
              <a:t>Policy risk scale: 1–5</a:t>
            </a:r>
            <a:endParaRPr sz="2000"/>
          </a:p>
          <a:p xmlns:a="http://schemas.openxmlformats.org/drawingml/2006/main">
            <a:pPr marL="228600" lvl="0" indent="-88900" algn="l">
              <a:lnSpc>
                <a:spcPct val="90000"/>
              </a:lnSpc>
              <a:spcBef>
                <a:spcPts val="1000"/>
              </a:spcBef>
              <a:spcAft>
                <a:spcPts val="0"/>
              </a:spcAft>
              <a:buClr>
                <a:schemeClr val="lt1"/>
              </a:buClr>
              <a:buSzPts val="2200"/>
              <a:buNone/>
              <a:defRPr sz="1725">
                <a:solidFill>
                  <a:srgbClr val="FFFFFF"/>
                </a:solidFill>
              </a:defRPr>
            </a:pPr>
            <a:r>
              <a:rPr sz="1725">
                <a:solidFill>
                  <a:srgbClr val="FFFFFF"/>
                </a:solidFill>
              </a:rPr>
              <a:t>5: memory corruption/injection</a:t>
            </a:r>
            <a:endParaRPr/>
          </a:p>
          <a:p xmlns:a="http://schemas.openxmlformats.org/drawingml/2006/main">
            <a:pPr marL="228600" lvl="0" indent="-88900" algn="l">
              <a:lnSpc>
                <a:spcPct val="90000"/>
              </a:lnSpc>
              <a:spcBef>
                <a:spcPts val="1000"/>
              </a:spcBef>
              <a:spcAft>
                <a:spcPts val="0"/>
              </a:spcAft>
              <a:buClr>
                <a:schemeClr val="lt1"/>
              </a:buClr>
              <a:buSzPts val="2200"/>
              <a:buNone/>
              <a:defRPr sz="1725">
                <a:solidFill>
                  <a:srgbClr val="FFFFFF"/>
                </a:solidFill>
              </a:defRPr>
            </a:pPr>
            <a:r>
              <a:rPr sz="1725">
                <a:solidFill>
                  <a:srgbClr val="FFFFFF"/>
                </a:solidFill>
              </a:rPr>
              <a:t>4: high-severity failure</a:t>
            </a:r>
            <a:endParaRPr/>
          </a:p>
          <a:p xmlns:a="http://schemas.openxmlformats.org/drawingml/2006/main">
            <a:pPr marL="228600" lvl="0" indent="-88900" algn="l">
              <a:lnSpc>
                <a:spcPct val="90000"/>
              </a:lnSpc>
              <a:spcBef>
                <a:spcPts val="1000"/>
              </a:spcBef>
              <a:spcAft>
                <a:spcPts val="0"/>
              </a:spcAft>
              <a:buClr>
                <a:schemeClr val="lt1"/>
              </a:buClr>
              <a:buSzPts val="2200"/>
              <a:buNone/>
              <a:defRPr sz="1725">
                <a:solidFill>
                  <a:srgbClr val="FFFFFF"/>
                </a:solidFill>
              </a:defRPr>
            </a:pPr>
            <a:r>
              <a:rPr sz="1725">
                <a:solidFill>
                  <a:srgbClr val="FFFFFF"/>
                </a:solidFill>
              </a:rPr>
              <a:t>3: likely processing errors</a:t>
            </a:r>
            <a:endParaRPr/>
          </a:p>
          <a:p xmlns:a="http://schemas.openxmlformats.org/drawingml/2006/main">
            <a:pPr marL="228600" lvl="0" indent="-88900" algn="l">
              <a:lnSpc>
                <a:spcPct val="90000"/>
              </a:lnSpc>
              <a:spcBef>
                <a:spcPts val="1000"/>
              </a:spcBef>
              <a:spcAft>
                <a:spcPts val="0"/>
              </a:spcAft>
              <a:buClr>
                <a:schemeClr val="lt1"/>
              </a:buClr>
              <a:buSzPts val="2200"/>
              <a:buNone/>
              <a:defRPr sz="1725">
                <a:solidFill>
                  <a:srgbClr val="FFFFFF"/>
                </a:solidFill>
              </a:defRPr>
            </a:pPr>
            <a:r>
              <a:rPr sz="1725">
                <a:solidFill>
                  <a:srgbClr val="FFFFFF"/>
                </a:solidFill>
              </a:rPr>
              <a:t>2: less likely diagnostic loss</a:t>
            </a:r>
            <a:endParaRPr/>
          </a:p>
          <a:p xmlns:a="http://schemas.openxmlformats.org/drawingml/2006/main">
            <a:pPr marL="228600" lvl="0" indent="-88900" algn="l">
              <a:lnSpc>
                <a:spcPct val="90000"/>
              </a:lnSpc>
              <a:spcBef>
                <a:spcPts val="1000"/>
              </a:spcBef>
              <a:spcAft>
                <a:spcPts val="0"/>
              </a:spcAft>
              <a:buNone/>
            </a:pPr>
            <a:r>
              <a:t/>
            </a:r>
            <a:endParaRPr/>
          </a:p>
          <a:p xmlns:a="http://schemas.openxmlformats.org/drawingml/2006/main">
            <a:pPr marL="228600" lvl="0" indent="-88900" algn="l">
              <a:lnSpc>
                <a:spcPct val="90000"/>
              </a:lnSpc>
              <a:spcBef>
                <a:spcPts val="1000"/>
              </a:spcBef>
              <a:spcAft>
                <a:spcPts val="0"/>
              </a:spcAft>
              <a:buClr>
                <a:schemeClr val="lt1"/>
              </a:buClr>
              <a:buSzPts val="2200"/>
              <a:buNone/>
              <a:defRPr sz="1725">
                <a:solidFill>
                  <a:srgbClr val="FFFFFF"/>
                </a:solidFill>
              </a:defRPr>
            </a:pPr>
            <a:r>
              <a:rPr sz="1725">
                <a:solidFill>
                  <a:srgbClr val="FFFFFF"/>
                </a:solidFill>
              </a:rPr>
              <a:t>CPP labels abbreviated below.</a:t>
            </a:r>
            <a:endParaRPr/>
          </a:p>
        </p:txBody>
      </p:sp>
      <p:graphicFrame>
        <p:nvGraphicFramePr>
          <p:cNvPr id="161" name="Google Shape;161;p4">
            <a:extLst xmlns:a="http://schemas.openxmlformats.org/drawingml/2006/main">
              <a:ext uri="{FF2B5EF4-FFF2-40B4-BE49-F238E27FC236}">
                <a16:creationId xmlns:a16="http://schemas.microsoft.com/office/drawing/2014/main" id="{61910313-A8D8-4316-A1D8-B6D2126A0870}"/>
              </a:ext>
            </a:extLst>
          </p:cNvPr>
          <p:cNvGraphicFramePr/>
          <p:nvPr/>
        </p:nvGraphicFramePr>
        <p:xfrm>
          <a:off xmlns:a="http://schemas.openxmlformats.org/drawingml/2006/main" x="3171900" y="2561050"/>
          <a:ext xmlns:a="http://schemas.openxmlformats.org/drawingml/2006/main" cx="7835225" cy="3538650"/>
        </p:xfrm>
        <a:graphic xmlns:a="http://schemas.openxmlformats.org/drawingml/2006/main">
          <a:graphicData uri="http://schemas.openxmlformats.org/drawingml/2006/table">
            <a:tbl>
              <a:tblPr firstRow="1" firstCol="1">
                <a:tableStyleId>{802198C4-3087-4945-87E3-76CBB3509B7E}</a:tableStyleId>
              </a:tblPr>
              <a:tblGrid>
                <a:gridCol w="4030425"/>
                <a:gridCol w="3804800"/>
              </a:tblGrid>
              <a:tr h="1769325">
                <a:tc>
                  <a:txBody>
                    <a:bodyPr/>
                    <a:lstStyle/>
                    <a:p>
                      <a:pPr marL="0" marR="0" lvl="0" indent="0" algn="ctr">
                        <a:lnSpc>
                          <a:spcPct val="100000"/>
                        </a:lnSpc>
                        <a:spcBef>
                          <a:spcPts val="0"/>
                        </a:spcBef>
                        <a:spcAft>
                          <a:spcPts val="0"/>
                        </a:spcAft>
                        <a:buClr>
                          <a:srgbClr val="000000"/>
                        </a:buClr>
                        <a:buSzPts val="3600"/>
                        <a:buFont typeface="Arial"/>
                        <a:buNone/>
                      </a:pPr>
                      <a:r>
                        <a:rPr sz="1650" u="none" strike="noStrike" cap="none">
                          <a:solidFill>
                            <a:srgbClr val="111111"/>
                          </a:solidFill>
                        </a:rPr>
                        <a:t>LIKELY / MODERATE IMPACT</a:t>
                      </a:r>
                      <a:endParaRPr sz="1400" u="none" strike="noStrike" cap="none"/>
                    </a:p>
                    <a:p>
                      <a:pPr marL="0" marR="0" lvl="0" indent="0" algn="ctr">
                        <a:lnSpc>
                          <a:spcPct val="100000"/>
                        </a:lnSpc>
                        <a:spcBef>
                          <a:spcPts val="0"/>
                        </a:spcBef>
                        <a:spcAft>
                          <a:spcPts val="0"/>
                        </a:spcAft>
                        <a:buClr>
                          <a:srgbClr val="000000"/>
                        </a:buClr>
                        <a:buSzPts val="3600"/>
                        <a:buFont typeface="Arial"/>
                        <a:buNone/>
                      </a:pPr>
                      <a:r>
                        <a:rPr sz="1650" u="none" strike="noStrike" cap="none">
                          <a:solidFill>
                            <a:srgbClr val="111111"/>
                          </a:solidFill>
                        </a:rPr>
                        <a:t>STD-006-CPP, STD-008-CPP,</a:t>
                      </a:r>
                      <a:endParaRPr sz="3600" u="none" strike="noStrike" cap="none">
                        <a:solidFill>
                          <a:srgbClr val="FFD966"/>
                        </a:solidFill>
                      </a:endParaRPr>
                    </a:p>
                    <a:p>
                      <a:pPr marL="0" marR="0" lvl="0" indent="0" algn="ctr">
                        <a:lnSpc>
                          <a:spcPct val="100000"/>
                        </a:lnSpc>
                        <a:spcBef>
                          <a:spcPts val="0"/>
                        </a:spcBef>
                        <a:spcAft>
                          <a:spcPts val="0"/>
                        </a:spcAft>
                        <a:buClr>
                          <a:srgbClr val="000000"/>
                        </a:buClr>
                        <a:buSzPts val="3600"/>
                        <a:buFont typeface="Arial"/>
                        <a:buNone/>
                      </a:pPr>
                      <a:r>
                        <a:rPr sz="1650" u="none" strike="noStrike" cap="none">
                          <a:solidFill>
                            <a:srgbClr val="111111"/>
                          </a:solidFill>
                        </a:rPr>
                        <a:t>STD-009-CPP</a:t>
                      </a:r>
                      <a:endParaRPr sz="3600" u="none" strike="noStrike" cap="none">
                        <a:solidFill>
                          <a:srgbClr val="FFD966"/>
                        </a:solidFill>
                      </a:endParaRPr>
                    </a:p>
                    <a:p>
                      <a:pPr marL="0" marR="0" lvl="0" indent="0" algn="ctr">
                        <a:lnSpc>
                          <a:spcPct val="100000"/>
                        </a:lnSpc>
                        <a:spcBef>
                          <a:spcPts val="0"/>
                        </a:spcBef>
                        <a:spcAft>
                          <a:spcPts val="0"/>
                        </a:spcAft>
                        <a:buClr>
                          <a:srgbClr val="000000"/>
                        </a:buClr>
                        <a:buSzPts val="3600"/>
                        <a:buFont typeface="Arial"/>
                        <a:buNone/>
                      </a:pPr>
                      <a:r>
                        <a:rPr sz="1650" u="none" strike="noStrike" cap="none">
                          <a:solidFill>
                            <a:srgbClr val="111111"/>
                          </a:solidFill>
                        </a:rPr>
                        <a:t>Level 3 • High priority</a:t>
                      </a:r>
                      <a:endParaRPr sz="3600" u="none" strike="noStrike" cap="none">
                        <a:solidFill>
                          <a:srgbClr val="FFD966"/>
                        </a:solidFill>
                      </a:endParaRPr>
                    </a:p>
                  </a:txBody>
                  <a:tcPr marL="91425" marR="91425" marT="91425" marB="91425">
                    <a:lnL w="28575" cmpd="sng">
                      <a:solidFill>
                        <a:srgbClr val="9E9E9E"/>
                      </a:solidFill>
                      <a:prstDash val="solid"/>
                    </a:lnL>
                    <a:lnR w="28575" cmpd="sng">
                      <a:solidFill>
                        <a:srgbClr val="9E9E9E"/>
                      </a:solidFill>
                      <a:prstDash val="solid"/>
                    </a:lnR>
                    <a:lnT w="28575" cmpd="sng">
                      <a:solidFill>
                        <a:srgbClr val="9E9E9E"/>
                      </a:solidFill>
                      <a:prstDash val="solid"/>
                    </a:lnT>
                    <a:lnB w="28575" cmpd="sng">
                      <a:solidFill>
                        <a:srgbClr val="9E9E9E"/>
                      </a:solidFill>
                      <a:prstDash val="solid"/>
                    </a:lnB>
                    <a:solidFill>
                      <a:srgbClr val="FFF2CC"/>
                    </a:solidFill>
                  </a:tcPr>
                </a:tc>
                <a:tc>
                  <a:txBody>
                    <a:bodyPr/>
                    <a:lstStyle/>
                    <a:p>
                      <a:pPr marL="0" marR="0" lvl="0" indent="0" algn="ctr">
                        <a:lnSpc>
                          <a:spcPct val="100000"/>
                        </a:lnSpc>
                        <a:spcBef>
                          <a:spcPts val="0"/>
                        </a:spcBef>
                        <a:spcAft>
                          <a:spcPts val="0"/>
                        </a:spcAft>
                        <a:buClr>
                          <a:srgbClr val="000000"/>
                        </a:buClr>
                        <a:buSzPts val="3600"/>
                        <a:buFont typeface="Arial"/>
                        <a:buNone/>
                      </a:pPr>
                      <a:r>
                        <a:rPr sz="1650" u="none" strike="noStrike" cap="none">
                          <a:solidFill>
                            <a:srgbClr val="111111"/>
                          </a:solidFill>
                        </a:rPr>
                        <a:t>LIKELY / HIGH IMPACT</a:t>
                      </a:r>
                      <a:endParaRPr sz="1400" u="none" strike="noStrike" cap="none"/>
                    </a:p>
                    <a:p>
                      <a:pPr marL="0" marR="0" lvl="0" indent="0" algn="ctr">
                        <a:lnSpc>
                          <a:spcPct val="100000"/>
                        </a:lnSpc>
                        <a:spcBef>
                          <a:spcPts val="0"/>
                        </a:spcBef>
                        <a:spcAft>
                          <a:spcPts val="0"/>
                        </a:spcAft>
                        <a:buClr>
                          <a:srgbClr val="000000"/>
                        </a:buClr>
                        <a:buSzPts val="3600"/>
                        <a:buFont typeface="Arial"/>
                        <a:buNone/>
                      </a:pPr>
                      <a:r>
                        <a:rPr sz="1650" u="none" strike="noStrike" cap="none">
                          <a:solidFill>
                            <a:srgbClr val="111111"/>
                          </a:solidFill>
                        </a:rPr>
                        <a:t>STD-001-CPP, STD-002-CPP, STD-010-CPP: level 4</a:t>
                      </a:r>
                      <a:endParaRPr sz="1400" u="none" strike="noStrike" cap="none"/>
                    </a:p>
                    <a:p>
                      <a:pPr marL="0" marR="0" lvl="0" indent="0" algn="ctr">
                        <a:lnSpc>
                          <a:spcPct val="100000"/>
                        </a:lnSpc>
                        <a:spcBef>
                          <a:spcPts val="0"/>
                        </a:spcBef>
                        <a:spcAft>
                          <a:spcPts val="0"/>
                        </a:spcAft>
                        <a:buClr>
                          <a:srgbClr val="000000"/>
                        </a:buClr>
                        <a:buSzPts val="3600"/>
                        <a:buFont typeface="Arial"/>
                        <a:buNone/>
                      </a:pPr>
                      <a:r>
                        <a:rPr sz="1650" u="none" strike="noStrike" cap="none">
                          <a:solidFill>
                            <a:srgbClr val="111111"/>
                          </a:solidFill>
                        </a:rPr>
                        <a:t>STD-003-CPP, STD-004-CPP, STD-005-CPP: level 5</a:t>
                      </a:r>
                      <a:endParaRPr sz="1400" u="none" strike="noStrike" cap="none"/>
                    </a:p>
                  </a:txBody>
                  <a:tcPr marL="91425" marR="91425" marT="91425" marB="91425">
                    <a:lnL w="28575" cmpd="sng">
                      <a:solidFill>
                        <a:srgbClr val="9E9E9E"/>
                      </a:solidFill>
                      <a:prstDash val="solid"/>
                    </a:lnL>
                    <a:lnR w="28575" cmpd="sng">
                      <a:solidFill>
                        <a:srgbClr val="9E9E9E"/>
                      </a:solidFill>
                      <a:prstDash val="solid"/>
                    </a:lnR>
                    <a:lnT w="28575" cmpd="sng">
                      <a:solidFill>
                        <a:srgbClr val="9E9E9E"/>
                      </a:solidFill>
                      <a:prstDash val="solid"/>
                    </a:lnT>
                    <a:lnB w="28575" cmpd="sng">
                      <a:solidFill>
                        <a:srgbClr val="9E9E9E"/>
                      </a:solidFill>
                      <a:prstDash val="solid"/>
                    </a:lnB>
                    <a:solidFill>
                      <a:srgbClr val="FFF2CC"/>
                    </a:solidFill>
                  </a:tcPr>
                </a:tc>
              </a:tr>
              <a:tr h="1769325">
                <a:tc>
                  <a:txBody>
                    <a:bodyPr/>
                    <a:lstStyle/>
                    <a:p>
                      <a:pPr marL="0" marR="0" lvl="0" indent="0" algn="ctr">
                        <a:lnSpc>
                          <a:spcPct val="100000"/>
                        </a:lnSpc>
                        <a:spcBef>
                          <a:spcPts val="0"/>
                        </a:spcBef>
                        <a:spcAft>
                          <a:spcPts val="0"/>
                        </a:spcAft>
                        <a:buClr>
                          <a:srgbClr val="000000"/>
                        </a:buClr>
                        <a:buSzPts val="3600"/>
                        <a:buFont typeface="Arial"/>
                        <a:buNone/>
                      </a:pPr>
                      <a:r>
                        <a:rPr sz="1650" u="none" strike="noStrike" cap="none">
                          <a:solidFill>
                            <a:srgbClr val="111111"/>
                          </a:solidFill>
                        </a:rPr>
                        <a:t>UNLIKELY / MODERATE IMPACT</a:t>
                      </a:r>
                      <a:endParaRPr sz="1400" u="none" strike="noStrike" cap="none"/>
                    </a:p>
                    <a:p>
                      <a:pPr marL="0" marR="0" lvl="0" indent="0" algn="ctr">
                        <a:lnSpc>
                          <a:spcPct val="100000"/>
                        </a:lnSpc>
                        <a:spcBef>
                          <a:spcPts val="0"/>
                        </a:spcBef>
                        <a:spcAft>
                          <a:spcPts val="0"/>
                        </a:spcAft>
                        <a:buClr>
                          <a:srgbClr val="000000"/>
                        </a:buClr>
                        <a:buSzPts val="3600"/>
                        <a:buFont typeface="Arial"/>
                        <a:buNone/>
                      </a:pPr>
                      <a:r>
                        <a:rPr sz="1650" u="none" strike="noStrike" cap="none">
                          <a:solidFill>
                            <a:srgbClr val="111111"/>
                          </a:solidFill>
                        </a:rPr>
                        <a:t>STD-007-CPP</a:t>
                      </a:r>
                      <a:endParaRPr sz="1400" u="none" strike="noStrike" cap="none"/>
                    </a:p>
                    <a:p>
                      <a:pPr marL="0" marR="0" lvl="0" indent="0" algn="ctr">
                        <a:lnSpc>
                          <a:spcPct val="100000"/>
                        </a:lnSpc>
                        <a:spcBef>
                          <a:spcPts val="0"/>
                        </a:spcBef>
                        <a:spcAft>
                          <a:spcPts val="0"/>
                        </a:spcAft>
                        <a:buClr>
                          <a:srgbClr val="000000"/>
                        </a:buClr>
                        <a:buSzPts val="3600"/>
                        <a:buFont typeface="Arial"/>
                        <a:buNone/>
                      </a:pPr>
                      <a:r>
                        <a:rPr sz="1650" u="none" strike="noStrike" cap="none">
                          <a:solidFill>
                            <a:srgbClr val="111111"/>
                          </a:solidFill>
                        </a:rPr>
                        <a:t>Level 2 • Medium priority</a:t>
                      </a:r>
                      <a:endParaRPr sz="1400" u="none" strike="noStrike" cap="none"/>
                    </a:p>
                  </a:txBody>
                  <a:tcPr marL="91425" marR="91425" marT="91425" marB="91425">
                    <a:lnL w="28575" cmpd="sng">
                      <a:solidFill>
                        <a:srgbClr val="9E9E9E"/>
                      </a:solidFill>
                      <a:prstDash val="solid"/>
                    </a:lnL>
                    <a:lnR w="28575" cmpd="sng">
                      <a:solidFill>
                        <a:srgbClr val="9E9E9E"/>
                      </a:solidFill>
                      <a:prstDash val="solid"/>
                    </a:lnR>
                    <a:lnT w="28575" cmpd="sng">
                      <a:solidFill>
                        <a:srgbClr val="9E9E9E"/>
                      </a:solidFill>
                      <a:prstDash val="solid"/>
                    </a:lnT>
                    <a:lnB w="28575" cmpd="sng">
                      <a:solidFill>
                        <a:srgbClr val="9E9E9E"/>
                      </a:solidFill>
                      <a:prstDash val="solid"/>
                    </a:lnB>
                    <a:solidFill>
                      <a:srgbClr val="FFF2CC"/>
                    </a:solidFill>
                  </a:tcPr>
                </a:tc>
                <a:tc>
                  <a:txBody>
                    <a:bodyPr/>
                    <a:lstStyle/>
                    <a:p>
                      <a:pPr marL="0" marR="0" lvl="0" indent="0" algn="ctr">
                        <a:lnSpc>
                          <a:spcPct val="100000"/>
                        </a:lnSpc>
                        <a:spcBef>
                          <a:spcPts val="0"/>
                        </a:spcBef>
                        <a:spcAft>
                          <a:spcPts val="0"/>
                        </a:spcAft>
                        <a:buClr>
                          <a:srgbClr val="000000"/>
                        </a:buClr>
                        <a:buSzPts val="3600"/>
                        <a:buFont typeface="Arial"/>
                        <a:buNone/>
                      </a:pPr>
                      <a:r>
                        <a:rPr sz="1650" u="none" strike="noStrike" cap="none">
                          <a:solidFill>
                            <a:srgbClr val="111111"/>
                          </a:solidFill>
                        </a:rPr>
                        <a:t>UNLIKELY / HIGH IMPACT</a:t>
                      </a:r>
                      <a:endParaRPr sz="1400" u="none" strike="noStrike" cap="none"/>
                    </a:p>
                    <a:p>
                      <a:pPr marL="0" marR="0" lvl="0" indent="0" algn="ctr">
                        <a:lnSpc>
                          <a:spcPct val="100000"/>
                        </a:lnSpc>
                        <a:spcBef>
                          <a:spcPts val="0"/>
                        </a:spcBef>
                        <a:spcAft>
                          <a:spcPts val="0"/>
                        </a:spcAft>
                        <a:buClr>
                          <a:srgbClr val="000000"/>
                        </a:buClr>
                        <a:buSzPts val="3600"/>
                        <a:buFont typeface="Arial"/>
                        <a:buNone/>
                      </a:pPr>
                      <a:r>
                        <a:rPr sz="1650" u="none" strike="noStrike" cap="none">
                          <a:solidFill>
                            <a:srgbClr val="111111"/>
                          </a:solidFill>
                        </a:rPr>
                        <a:t>No coding standards assigned</a:t>
                      </a:r>
                      <a:endParaRPr sz="1400" u="none" strike="noStrike" cap="none"/>
                    </a:p>
                    <a:p>
                      <a:pPr marL="0" marR="0" lvl="0" indent="0" algn="ctr">
                        <a:lnSpc>
                          <a:spcPct val="100000"/>
                        </a:lnSpc>
                        <a:spcBef>
                          <a:spcPts val="0"/>
                        </a:spcBef>
                        <a:spcAft>
                          <a:spcPts val="0"/>
                        </a:spcAft>
                        <a:buClr>
                          <a:srgbClr val="000000"/>
                        </a:buClr>
                        <a:buSzPts val="3600"/>
                        <a:buFont typeface="Arial"/>
                        <a:buNone/>
                      </a:pPr>
                      <a:r>
                        <a:rPr sz="1650" u="none" strike="noStrike" cap="none">
                          <a:solidFill>
                            <a:srgbClr val="111111"/>
                          </a:solidFill>
                        </a:rPr>
                        <a:t>under current policy assumptions</a:t>
                      </a:r>
                      <a:endParaRPr sz="1400" u="none" strike="noStrike" cap="none"/>
                    </a:p>
                  </a:txBody>
                  <a:tcPr marL="91425" marR="91425" marT="91425" marB="91425">
                    <a:lnL w="28575" cmpd="sng">
                      <a:solidFill>
                        <a:srgbClr val="9E9E9E"/>
                      </a:solidFill>
                      <a:prstDash val="solid"/>
                    </a:lnL>
                    <a:lnR w="28575" cmpd="sng">
                      <a:solidFill>
                        <a:srgbClr val="9E9E9E"/>
                      </a:solidFill>
                      <a:prstDash val="solid"/>
                    </a:lnR>
                    <a:lnT w="28575" cmpd="sng">
                      <a:solidFill>
                        <a:srgbClr val="9E9E9E"/>
                      </a:solidFill>
                      <a:prstDash val="solid"/>
                    </a:lnT>
                    <a:lnB w="28575" cmpd="sng">
                      <a:solidFill>
                        <a:srgbClr val="9E9E9E"/>
                      </a:solidFill>
                      <a:prstDash val="solid"/>
                    </a:lnB>
                    <a:solidFill>
                      <a:srgbClr val="FFF2CC"/>
                    </a:solidFill>
                  </a:tcPr>
                </a:tc>
              </a:tr>
            </a:tbl>
          </a:graphicData>
        </a:graphic>
      </p:graphicFrame>
      <p:pic>
        <p:nvPicPr>
          <p:cNvPr id="162" name="Google Shape;162;p4">
            <a:extLst xmlns:a="http://schemas.openxmlformats.org/drawingml/2006/main">
              <a:ext uri="{FF2B5EF4-FFF2-40B4-BE49-F238E27FC236}">
                <a16:creationId xmlns:a16="http://schemas.microsoft.com/office/drawing/2014/main" id="{F229A225-2E1D-4696-A640-8AB3690E1FC8}"/>
              </a:ext>
            </a:extLst>
          </p:cNvPr>
          <p:cNvPicPr>
            <a:picLocks xmlns:a="http://schemas.openxmlformats.org/drawingml/2006/main" noChangeAspect="1"/>
          </p:cNvPicPr>
          <p:nvPr/>
        </p:nvPicPr>
        <p:blipFill>
          <a:blip xmlns:r="http://schemas.openxmlformats.org/officeDocument/2006/relationships" xmlns:a="http://schemas.openxmlformats.org/drawingml/2006/main" r:embed="R008ac4ab38174d1e">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sp>
        <p:nvSpPr>
          <p:cNvPr id="163" name="">
            <a:extLst xmlns:a="http://schemas.openxmlformats.org/drawingml/2006/main">
              <a:ext uri="{FF2B5EF4-FFF2-40B4-BE49-F238E27FC236}">
                <a16:creationId xmlns:a16="http://schemas.microsoft.com/office/drawing/2014/main" id="{E068562A-541B-43E9-A406-DFF1F1C85B69}"/>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3 / 19</a:t>
            </a:r>
          </a:p>
        </p:txBody>
      </p:sp>
    </p:spTree>
    <p:extLst>
      <p:ext uri="{BB962C8B-B14F-4D97-AF65-F5344CB8AC3E}">
        <p14:creationId xmlns:p14="http://schemas.microsoft.com/office/powerpoint/2010/main" val="155781848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67" name="Google Shape;167;p5">
            <a:extLst xmlns:a="http://schemas.openxmlformats.org/drawingml/2006/main">
              <a:ext uri="{FF2B5EF4-FFF2-40B4-BE49-F238E27FC236}">
                <a16:creationId xmlns:a16="http://schemas.microsoft.com/office/drawing/2014/main" id="{FECC3F89-69CF-4725-B0B6-010837EBFECC}"/>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r">
              <a:lnSpc>
                <a:spcPct val="90000"/>
              </a:lnSpc>
              <a:spcBef>
                <a:spcPts val="0"/>
              </a:spcBef>
              <a:spcAft>
                <a:spcPts val="0"/>
              </a:spcAft>
              <a:buClr>
                <a:schemeClr val="lt1"/>
              </a:buClr>
              <a:buSzPts val="4000"/>
              <a:buFont typeface="Century Gothic"/>
              <a:buNone/>
            </a:pPr>
            <a:r>
              <a:t>10 PRINCIPLES</a:t>
            </a:r>
            <a:endParaRPr/>
          </a:p>
        </p:txBody>
      </p:sp>
      <p:sp>
        <p:nvSpPr>
          <p:cNvPr id="168" name="Google Shape;168;p5">
            <a:extLst xmlns:a="http://schemas.openxmlformats.org/drawingml/2006/main">
              <a:ext uri="{FF2B5EF4-FFF2-40B4-BE49-F238E27FC236}">
                <a16:creationId xmlns:a16="http://schemas.microsoft.com/office/drawing/2014/main" id="{4C4EB98E-36EB-4E53-A5C6-8D7CAD4F7F1A}"/>
              </a:ext>
            </a:extLst>
          </p:cNvPr>
          <p:cNvSpPr>
            <a:spLocks xmlns:a="http://schemas.openxmlformats.org/drawingml/2006/main" noGrp="1"/>
          </p:cNvSpPr>
          <p:nvPr>
            <p:ph type="body" idx="1"/>
          </p:nvPr>
        </p:nvSpPr>
        <p:spPr>
          <a:xfrm xmlns:a="http://schemas.openxmlformats.org/drawingml/2006/main">
            <a:off x="685800" y="2190750"/>
            <a:ext cx="10191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defPPr>
              <a:defRPr sz="1725">
                <a:solidFill>
                  <a:srgbClr val="FFFFFF"/>
                </a:solidFill>
              </a:defRPr>
            </a:defPPr>
            <a:lvl1pPr>
              <a:defRPr sz="1725">
                <a:solidFill>
                  <a:srgbClr val="FFFFFF"/>
                </a:solidFill>
              </a:defRPr>
            </a:lvl1pPr>
            <a:lvl2pPr>
              <a:defRPr sz="1725">
                <a:solidFill>
                  <a:srgbClr val="FFFFFF"/>
                </a:solidFill>
              </a:defRPr>
            </a:lvl2pPr>
            <a:lvl3pPr>
              <a:defRPr sz="1725">
                <a:solidFill>
                  <a:srgbClr val="FFFFFF"/>
                </a:solidFill>
              </a:defRPr>
            </a:lvl3pPr>
            <a:lvl4pPr>
              <a:defRPr sz="1725">
                <a:solidFill>
                  <a:srgbClr val="FFFFFF"/>
                </a:solidFill>
              </a:defRPr>
            </a:lvl4pPr>
            <a:lvl5pPr>
              <a:defRPr sz="1725">
                <a:solidFill>
                  <a:srgbClr val="FFFFFF"/>
                </a:solidFill>
              </a:defRPr>
            </a:lvl5pPr>
            <a:lvl6pPr>
              <a:defRPr sz="1725">
                <a:solidFill>
                  <a:srgbClr val="FFFFFF"/>
                </a:solidFill>
              </a:defRPr>
            </a:lvl6pPr>
            <a:lvl7pPr>
              <a:defRPr sz="1725">
                <a:solidFill>
                  <a:srgbClr val="FFFFFF"/>
                </a:solidFill>
              </a:defRPr>
            </a:lvl7pPr>
            <a:lvl8pPr>
              <a:defRPr sz="1725">
                <a:solidFill>
                  <a:srgbClr val="FFFFFF"/>
                </a:solidFill>
              </a:defRPr>
            </a:lvl8pPr>
            <a:lvl9pPr>
              <a:defRPr sz="1725">
                <a:solidFill>
                  <a:srgbClr val="FFFFFF"/>
                </a:solidFill>
              </a:defRPr>
            </a:lvl9pPr>
          </a:lstStyle>
          <a:p xmlns:a="http://schemas.openxmlformats.org/drawingml/2006/main">
            <a:pPr marL="228600" lvl="0" indent="-228600" algn="l">
              <a:lnSpc>
                <a:spcPct val="90000"/>
              </a:lnSpc>
              <a:spcBef>
                <a:spcPts val="0"/>
              </a:spcBef>
              <a:spcAft>
                <a:spcPts val="0"/>
              </a:spcAft>
              <a:buClr>
                <a:schemeClr val="lt1"/>
              </a:buClr>
              <a:buSzPts val="2200"/>
              <a:buChar char="•"/>
              <a:defRPr sz="1725">
                <a:solidFill>
                  <a:srgbClr val="FFFFFF"/>
                </a:solidFill>
              </a:defRPr>
            </a:pPr>
            <a:r>
              <a:rPr sz="1725">
                <a:solidFill>
                  <a:srgbClr val="FFFFFF"/>
                </a:solidFill>
              </a:rPr>
              <a:t>1  Validate Input Data: CPP 001, 002, 003, 006, 008, 010</a:t>
            </a:r>
            <a:endParaRPr/>
          </a:p>
          <a:p xmlns:a="http://schemas.openxmlformats.org/drawingml/2006/main">
            <a:pPr marL="228600" lvl="0" indent="-228600" algn="l">
              <a:lnSpc>
                <a:spcPct val="90000"/>
              </a:lnSpc>
              <a:spcBef>
                <a:spcPts val="0"/>
              </a:spcBef>
              <a:spcAft>
                <a:spcPts val="0"/>
              </a:spcAft>
              <a:buClr>
                <a:schemeClr val="lt1"/>
              </a:buClr>
              <a:buSzPts val="2200"/>
              <a:buChar char="•"/>
              <a:defRPr sz="1725">
                <a:solidFill>
                  <a:srgbClr val="FFFFFF"/>
                </a:solidFill>
              </a:defRPr>
            </a:pPr>
            <a:r>
              <a:rPr sz="1725">
                <a:solidFill>
                  <a:srgbClr val="FFFFFF"/>
                </a:solidFill>
              </a:rPr>
              <a:t>2  Heed Compiler Warnings: CPP 001</a:t>
            </a:r>
            <a:endParaRPr/>
          </a:p>
          <a:p xmlns:a="http://schemas.openxmlformats.org/drawingml/2006/main">
            <a:pPr marL="228600" lvl="0" indent="-228600" algn="l">
              <a:lnSpc>
                <a:spcPct val="90000"/>
              </a:lnSpc>
              <a:spcBef>
                <a:spcPts val="0"/>
              </a:spcBef>
              <a:spcAft>
                <a:spcPts val="0"/>
              </a:spcAft>
              <a:buClr>
                <a:schemeClr val="lt1"/>
              </a:buClr>
              <a:buSzPts val="2200"/>
              <a:buChar char="•"/>
              <a:defRPr sz="1725">
                <a:solidFill>
                  <a:srgbClr val="FFFFFF"/>
                </a:solidFill>
              </a:defRPr>
            </a:pPr>
            <a:r>
              <a:rPr sz="1725">
                <a:solidFill>
                  <a:srgbClr val="FFFFFF"/>
                </a:solidFill>
              </a:rPr>
              <a:t>3  Architect and Design for Security Policies: SYS 011–016</a:t>
            </a:r>
            <a:endParaRPr/>
          </a:p>
          <a:p xmlns:a="http://schemas.openxmlformats.org/drawingml/2006/main">
            <a:pPr marL="228600" lvl="0" indent="-228600" algn="l">
              <a:lnSpc>
                <a:spcPct val="90000"/>
              </a:lnSpc>
              <a:spcBef>
                <a:spcPts val="0"/>
              </a:spcBef>
              <a:spcAft>
                <a:spcPts val="0"/>
              </a:spcAft>
              <a:buClr>
                <a:schemeClr val="lt1"/>
              </a:buClr>
              <a:buSzPts val="2200"/>
              <a:buChar char="•"/>
              <a:defRPr sz="1725">
                <a:solidFill>
                  <a:srgbClr val="FFFFFF"/>
                </a:solidFill>
              </a:defRPr>
            </a:pPr>
            <a:r>
              <a:rPr sz="1725">
                <a:solidFill>
                  <a:srgbClr val="FFFFFF"/>
                </a:solidFill>
              </a:rPr>
              <a:t>4  Keep It Simple: CPP 003, 005, 007, 010</a:t>
            </a:r>
            <a:endParaRPr/>
          </a:p>
          <a:p xmlns:a="http://schemas.openxmlformats.org/drawingml/2006/main">
            <a:pPr marL="228600" lvl="0" indent="-228600" algn="l">
              <a:lnSpc>
                <a:spcPct val="90000"/>
              </a:lnSpc>
              <a:spcBef>
                <a:spcPts val="0"/>
              </a:spcBef>
              <a:spcAft>
                <a:spcPts val="0"/>
              </a:spcAft>
              <a:buClr>
                <a:schemeClr val="lt1"/>
              </a:buClr>
              <a:buSzPts val="2200"/>
              <a:buChar char="•"/>
              <a:defRPr sz="1725">
                <a:solidFill>
                  <a:srgbClr val="FFFFFF"/>
                </a:solidFill>
              </a:defRPr>
            </a:pPr>
            <a:r>
              <a:rPr sz="1725">
                <a:solidFill>
                  <a:srgbClr val="FFFFFF"/>
                </a:solidFill>
              </a:rPr>
              <a:t>5  Default Deny: CPP 006, 008, 009; SYS 012, 014, 015</a:t>
            </a:r>
            <a:endParaRPr/>
          </a:p>
          <a:p xmlns:a="http://schemas.openxmlformats.org/drawingml/2006/main">
            <a:pPr marL="228600" lvl="0" indent="-228600" algn="l">
              <a:lnSpc>
                <a:spcPct val="90000"/>
              </a:lnSpc>
              <a:spcBef>
                <a:spcPts val="0"/>
              </a:spcBef>
              <a:spcAft>
                <a:spcPts val="0"/>
              </a:spcAft>
              <a:buClr>
                <a:schemeClr val="lt1"/>
              </a:buClr>
              <a:buSzPts val="2200"/>
              <a:buChar char="•"/>
              <a:defRPr sz="1725">
                <a:solidFill>
                  <a:srgbClr val="FFFFFF"/>
                </a:solidFill>
              </a:defRPr>
            </a:pPr>
            <a:r>
              <a:rPr sz="1725">
                <a:solidFill>
                  <a:srgbClr val="FFFFFF"/>
                </a:solidFill>
              </a:rPr>
              <a:t>6  Least Privilege: CPP 004, 009; SYS 011, 013, 015</a:t>
            </a:r>
            <a:endParaRPr/>
          </a:p>
          <a:p xmlns:a="http://schemas.openxmlformats.org/drawingml/2006/main">
            <a:pPr marL="228600" lvl="0" indent="-228600" algn="l">
              <a:lnSpc>
                <a:spcPct val="90000"/>
              </a:lnSpc>
              <a:spcBef>
                <a:spcPts val="0"/>
              </a:spcBef>
              <a:spcAft>
                <a:spcPts val="0"/>
              </a:spcAft>
              <a:buClr>
                <a:schemeClr val="lt1"/>
              </a:buClr>
              <a:buSzPts val="2200"/>
              <a:buChar char="•"/>
              <a:defRPr sz="1725">
                <a:solidFill>
                  <a:srgbClr val="FFFFFF"/>
                </a:solidFill>
              </a:defRPr>
            </a:pPr>
            <a:r>
              <a:rPr sz="1725">
                <a:solidFill>
                  <a:srgbClr val="FFFFFF"/>
                </a:solidFill>
              </a:rPr>
              <a:t>7  Sanitize Data Sent to Other Systems: CPP 004</a:t>
            </a:r>
            <a:endParaRPr/>
          </a:p>
          <a:p xmlns:a="http://schemas.openxmlformats.org/drawingml/2006/main">
            <a:pPr marL="228600" lvl="0" indent="-228600" algn="l">
              <a:lnSpc>
                <a:spcPct val="90000"/>
              </a:lnSpc>
              <a:spcBef>
                <a:spcPts val="0"/>
              </a:spcBef>
              <a:spcAft>
                <a:spcPts val="0"/>
              </a:spcAft>
              <a:buClr>
                <a:schemeClr val="lt1"/>
              </a:buClr>
              <a:buSzPts val="2200"/>
              <a:buChar char="•"/>
              <a:defRPr sz="1725">
                <a:solidFill>
                  <a:srgbClr val="FFFFFF"/>
                </a:solidFill>
              </a:defRPr>
            </a:pPr>
            <a:r>
              <a:rPr sz="1725">
                <a:solidFill>
                  <a:srgbClr val="FFFFFF"/>
                </a:solidFill>
              </a:rPr>
              <a:t>8  Defense in Depth: CPP 003, 004, 005; SYS 011–014, 016</a:t>
            </a:r>
            <a:endParaRPr/>
          </a:p>
          <a:p xmlns:a="http://schemas.openxmlformats.org/drawingml/2006/main">
            <a:pPr marL="228600" lvl="0" indent="-228600" algn="l">
              <a:lnSpc>
                <a:spcPct val="90000"/>
              </a:lnSpc>
              <a:spcBef>
                <a:spcPts val="0"/>
              </a:spcBef>
              <a:spcAft>
                <a:spcPts val="0"/>
              </a:spcAft>
              <a:buClr>
                <a:schemeClr val="lt1"/>
              </a:buClr>
              <a:buSzPts val="2200"/>
              <a:buChar char="•"/>
              <a:defRPr sz="1725">
                <a:solidFill>
                  <a:srgbClr val="FFFFFF"/>
                </a:solidFill>
              </a:defRPr>
            </a:pPr>
            <a:r>
              <a:rPr sz="1725">
                <a:solidFill>
                  <a:srgbClr val="FFFFFF"/>
                </a:solidFill>
              </a:rPr>
              <a:t>9  Effective Quality Assurance: CPP 002, 006–010; SYS 016</a:t>
            </a:r>
            <a:endParaRPr/>
          </a:p>
          <a:p xmlns:a="http://schemas.openxmlformats.org/drawingml/2006/main">
            <a:pPr marL="228600" lvl="0" indent="-228600" algn="l">
              <a:lnSpc>
                <a:spcPct val="90000"/>
              </a:lnSpc>
              <a:spcBef>
                <a:spcPts val="0"/>
              </a:spcBef>
              <a:spcAft>
                <a:spcPts val="0"/>
              </a:spcAft>
              <a:buClr>
                <a:schemeClr val="lt1"/>
              </a:buClr>
              <a:buSzPts val="2200"/>
              <a:buChar char="•"/>
              <a:defRPr sz="1725">
                <a:solidFill>
                  <a:srgbClr val="FFFFFF"/>
                </a:solidFill>
              </a:defRPr>
            </a:pPr>
            <a:r>
              <a:rPr sz="1725">
                <a:solidFill>
                  <a:srgbClr val="FFFFFF"/>
                </a:solidFill>
              </a:rPr>
              <a:t>10  Adopt a Secure Coding Standard: CPP 001, 002, 005, 007</a:t>
            </a:r>
            <a:endParaRPr/>
          </a:p>
        </p:txBody>
      </p:sp>
      <p:pic>
        <p:nvPicPr>
          <p:cNvPr id="169" name="Google Shape;169;p5">
            <a:extLst xmlns:a="http://schemas.openxmlformats.org/drawingml/2006/main">
              <a:ext uri="{FF2B5EF4-FFF2-40B4-BE49-F238E27FC236}">
                <a16:creationId xmlns:a16="http://schemas.microsoft.com/office/drawing/2014/main" id="{C0C0EF0E-79EE-4DE6-A3A6-5E4F14D7A66D}"/>
              </a:ext>
            </a:extLst>
          </p:cNvPr>
          <p:cNvPicPr>
            <a:picLocks xmlns:a="http://schemas.openxmlformats.org/drawingml/2006/main" noChangeAspect="1"/>
          </p:cNvPicPr>
          <p:nvPr/>
        </p:nvPicPr>
        <p:blipFill>
          <a:blip xmlns:r="http://schemas.openxmlformats.org/officeDocument/2006/relationships" xmlns:a="http://schemas.openxmlformats.org/drawingml/2006/main" r:embed="R3205a13c2a264868">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sp>
        <p:nvSpPr>
          <p:cNvPr id="170" name="">
            <a:extLst xmlns:a="http://schemas.openxmlformats.org/drawingml/2006/main">
              <a:ext uri="{FF2B5EF4-FFF2-40B4-BE49-F238E27FC236}">
                <a16:creationId xmlns:a16="http://schemas.microsoft.com/office/drawing/2014/main" id="{2220A86C-89A2-423E-9F43-33297D074D98}"/>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4 / 19</a:t>
            </a:r>
          </a:p>
        </p:txBody>
      </p:sp>
    </p:spTree>
    <p:extLst>
      <p:ext uri="{BB962C8B-B14F-4D97-AF65-F5344CB8AC3E}">
        <p14:creationId xmlns:p14="http://schemas.microsoft.com/office/powerpoint/2010/main" val="4204466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74" name="Google Shape;174;p6">
            <a:extLst xmlns:a="http://schemas.openxmlformats.org/drawingml/2006/main">
              <a:ext uri="{FF2B5EF4-FFF2-40B4-BE49-F238E27FC236}">
                <a16:creationId xmlns:a16="http://schemas.microsoft.com/office/drawing/2014/main" id="{446A27DB-833C-48C4-9CD1-2762A4B480C9}"/>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r">
              <a:lnSpc>
                <a:spcPct val="90000"/>
              </a:lnSpc>
              <a:spcBef>
                <a:spcPts val="0"/>
              </a:spcBef>
              <a:spcAft>
                <a:spcPts val="0"/>
              </a:spcAft>
              <a:buClr>
                <a:schemeClr val="lt1"/>
              </a:buClr>
              <a:buSzPts val="4000"/>
              <a:buFont typeface="Century Gothic"/>
              <a:buNone/>
            </a:pPr>
            <a:r>
              <a:t>CODING STANDARDS</a:t>
            </a:r>
            <a:endParaRPr/>
          </a:p>
        </p:txBody>
      </p:sp>
      <p:sp>
        <p:nvSpPr>
          <p:cNvPr id="175" name="Google Shape;175;p6">
            <a:extLst xmlns:a="http://schemas.openxmlformats.org/drawingml/2006/main">
              <a:ext uri="{FF2B5EF4-FFF2-40B4-BE49-F238E27FC236}">
                <a16:creationId xmlns:a16="http://schemas.microsoft.com/office/drawing/2014/main" id="{C8AA2C10-091C-43A3-8F8E-C505389F5860}"/>
              </a:ext>
            </a:extLst>
          </p:cNvPr>
          <p:cNvSpPr>
            <a:spLocks xmlns:a="http://schemas.openxmlformats.org/drawingml/2006/main" noGrp="1"/>
          </p:cNvSpPr>
          <p:nvPr>
            <p:ph type="body" idx="1"/>
          </p:nvPr>
        </p:nvSpPr>
        <p:spPr>
          <a:xfrm xmlns:a="http://schemas.openxmlformats.org/drawingml/2006/main">
            <a:off x="685800" y="2190750"/>
            <a:ext cx="10191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defPPr>
              <a:defRPr sz="1950">
                <a:solidFill>
                  <a:srgbClr val="FFFFFF"/>
                </a:solidFill>
              </a:defRPr>
            </a:defPPr>
            <a:lvl1pPr>
              <a:defRPr sz="1950">
                <a:solidFill>
                  <a:srgbClr val="FFFFFF"/>
                </a:solidFill>
              </a:defRPr>
            </a:lvl1pPr>
            <a:lvl2pPr>
              <a:defRPr sz="1950">
                <a:solidFill>
                  <a:srgbClr val="FFFFFF"/>
                </a:solidFill>
              </a:defRPr>
            </a:lvl2pPr>
            <a:lvl3pPr>
              <a:defRPr sz="1950">
                <a:solidFill>
                  <a:srgbClr val="FFFFFF"/>
                </a:solidFill>
              </a:defRPr>
            </a:lvl3pPr>
            <a:lvl4pPr>
              <a:defRPr sz="1950">
                <a:solidFill>
                  <a:srgbClr val="FFFFFF"/>
                </a:solidFill>
              </a:defRPr>
            </a:lvl4pPr>
            <a:lvl5pPr>
              <a:defRPr sz="1950">
                <a:solidFill>
                  <a:srgbClr val="FFFFFF"/>
                </a:solidFill>
              </a:defRPr>
            </a:lvl5pPr>
            <a:lvl6pPr>
              <a:defRPr sz="1950">
                <a:solidFill>
                  <a:srgbClr val="FFFFFF"/>
                </a:solidFill>
              </a:defRPr>
            </a:lvl6pPr>
            <a:lvl7pPr>
              <a:defRPr sz="1950">
                <a:solidFill>
                  <a:srgbClr val="FFFFFF"/>
                </a:solidFill>
              </a:defRPr>
            </a:lvl7pPr>
            <a:lvl8pPr>
              <a:defRPr sz="1950">
                <a:solidFill>
                  <a:srgbClr val="FFFFFF"/>
                </a:solidFill>
              </a:defRPr>
            </a:lvl8pPr>
            <a:lvl9pPr>
              <a:defRPr sz="1950">
                <a:solidFill>
                  <a:srgbClr val="FFFFFF"/>
                </a:solidFill>
              </a:defRPr>
            </a:lvl9pPr>
          </a:lstStyle>
          <a:p xmlns:a="http://schemas.openxmlformats.org/drawingml/2006/main">
            <a:pPr marL="228600" lvl="0" indent="-228600" algn="l">
              <a:lnSpc>
                <a:spcPct val="90000"/>
              </a:lnSpc>
              <a:spcBef>
                <a:spcPts val="0"/>
              </a:spcBef>
              <a:spcAft>
                <a:spcPts val="0"/>
              </a:spcAft>
              <a:buClr>
                <a:schemeClr val="lt1"/>
              </a:buClr>
              <a:buSzPts val="2000"/>
              <a:buChar char="•"/>
              <a:defRPr sz="1950">
                <a:solidFill>
                  <a:srgbClr val="FFFFFF"/>
                </a:solidFill>
              </a:defRPr>
            </a:pPr>
            <a:r>
              <a:rPr sz="1950">
                <a:solidFill>
                  <a:srgbClr val="FFFFFF"/>
                </a:solidFill>
              </a:rPr>
              <a:t>Level 5: 004 Parameterized SQL; 003 Safe string storage; 005 No use-after-free</a:t>
            </a:r>
            <a:endParaRPr/>
          </a:p>
          <a:p xmlns:a="http://schemas.openxmlformats.org/drawingml/2006/main">
            <a:pPr marL="228600" lvl="0" indent="-228600" algn="l">
              <a:lnSpc>
                <a:spcPct val="90000"/>
              </a:lnSpc>
              <a:spcBef>
                <a:spcPts val="0"/>
              </a:spcBef>
              <a:spcAft>
                <a:spcPts val="0"/>
              </a:spcAft>
              <a:buClr>
                <a:schemeClr val="lt1"/>
              </a:buClr>
              <a:buSzPts val="2000"/>
              <a:buChar char="•"/>
              <a:defRPr sz="1950">
                <a:solidFill>
                  <a:srgbClr val="FFFFFF"/>
                </a:solidFill>
              </a:defRPr>
            </a:pPr>
            <a:r>
              <a:rPr sz="1950">
                <a:solidFill>
                  <a:srgbClr val="FFFFFF"/>
                </a:solidFill>
              </a:rPr>
              <a:t>Level 4: 002 Checked signed arithmetic; 001 Safe conversions; 010 Pointer checks</a:t>
            </a:r>
            <a:endParaRPr/>
          </a:p>
          <a:p xmlns:a="http://schemas.openxmlformats.org/drawingml/2006/main">
            <a:pPr marL="228600" lvl="0" indent="-228600" algn="l">
              <a:lnSpc>
                <a:spcPct val="90000"/>
              </a:lnSpc>
              <a:spcBef>
                <a:spcPts val="0"/>
              </a:spcBef>
              <a:spcAft>
                <a:spcPts val="0"/>
              </a:spcAft>
              <a:buClr>
                <a:schemeClr val="lt1"/>
              </a:buClr>
              <a:buSzPts val="2000"/>
              <a:buChar char="•"/>
              <a:defRPr sz="1950">
                <a:solidFill>
                  <a:srgbClr val="FFFFFF"/>
                </a:solidFill>
              </a:defRPr>
            </a:pPr>
            <a:r>
              <a:rPr sz="1950">
                <a:solidFill>
                  <a:srgbClr val="FFFFFF"/>
                </a:solidFill>
              </a:rPr>
              <a:t>Level 3: 008 Numeric input checks; 006 Runtime validation; 009 File checks</a:t>
            </a:r>
            <a:endParaRPr/>
          </a:p>
          <a:p xmlns:a="http://schemas.openxmlformats.org/drawingml/2006/main">
            <a:pPr marL="228600" lvl="0" indent="-228600" algn="l">
              <a:lnSpc>
                <a:spcPct val="90000"/>
              </a:lnSpc>
              <a:spcBef>
                <a:spcPts val="0"/>
              </a:spcBef>
              <a:spcAft>
                <a:spcPts val="0"/>
              </a:spcAft>
              <a:buClr>
                <a:schemeClr val="lt1"/>
              </a:buClr>
              <a:buSzPts val="2000"/>
              <a:buChar char="•"/>
              <a:defRPr sz="1950">
                <a:solidFill>
                  <a:srgbClr val="FFFFFF"/>
                </a:solidFill>
              </a:defRPr>
            </a:pPr>
            <a:r>
              <a:rPr sz="1950">
                <a:solidFill>
                  <a:srgbClr val="FFFFFF"/>
                </a:solidFill>
              </a:rPr>
              <a:t>Level 2: 007 Catch exceptions by const reference</a:t>
            </a:r>
            <a:endParaRPr/>
          </a:p>
          <a:p xmlns:a="http://schemas.openxmlformats.org/drawingml/2006/main">
            <a:pPr marL="228600" lvl="0" indent="-228600" algn="l">
              <a:lnSpc>
                <a:spcPct val="90000"/>
              </a:lnSpc>
              <a:spcBef>
                <a:spcPts val="0"/>
              </a:spcBef>
              <a:spcAft>
                <a:spcPts val="0"/>
              </a:spcAft>
              <a:buNone/>
            </a:pPr>
            <a:r>
              <a:rPr sz="2000"/>
              <a:t/>
            </a:r>
            <a:endParaRPr/>
          </a:p>
          <a:p xmlns:a="http://schemas.openxmlformats.org/drawingml/2006/main">
            <a:pPr marL="228600" lvl="0" indent="-228600" algn="l">
              <a:lnSpc>
                <a:spcPct val="90000"/>
              </a:lnSpc>
              <a:spcBef>
                <a:spcPts val="0"/>
              </a:spcBef>
              <a:spcAft>
                <a:spcPts val="0"/>
              </a:spcAft>
              <a:buClr>
                <a:schemeClr val="lt1"/>
              </a:buClr>
              <a:buSzPts val="2000"/>
              <a:buChar char="•"/>
              <a:defRPr sz="1950">
                <a:solidFill>
                  <a:srgbClr val="FFFFFF"/>
                </a:solidFill>
              </a:defRPr>
            </a:pPr>
            <a:r>
              <a:rPr sz="1950">
                <a:solidFill>
                  <a:srgbClr val="FFFFFF"/>
                </a:solidFill>
              </a:rPr>
              <a:t>Order: severity and likelihood first, then exposure and fix effort.</a:t>
            </a:r>
            <a:endParaRPr/>
          </a:p>
          <a:p xmlns:a="http://schemas.openxmlformats.org/drawingml/2006/main">
            <a:pPr marL="228600" lvl="0" indent="-228600" algn="l">
              <a:lnSpc>
                <a:spcPct val="90000"/>
              </a:lnSpc>
              <a:spcBef>
                <a:spcPts val="0"/>
              </a:spcBef>
              <a:spcAft>
                <a:spcPts val="0"/>
              </a:spcAft>
              <a:buClr>
                <a:schemeClr val="lt1"/>
              </a:buClr>
              <a:buSzPts val="2000"/>
              <a:buChar char="•"/>
              <a:defRPr sz="1950">
                <a:solidFill>
                  <a:srgbClr val="FFFFFF"/>
                </a:solidFill>
              </a:defRPr>
            </a:pPr>
            <a:r>
              <a:rPr sz="1950">
                <a:solidFill>
                  <a:srgbClr val="FFFFFF"/>
                </a:solidFill>
              </a:rPr>
              <a:t>Within a level, listed order is a proposed implementation sequence.</a:t>
            </a:r>
            <a:endParaRPr/>
          </a:p>
        </p:txBody>
      </p:sp>
      <p:pic>
        <p:nvPicPr>
          <p:cNvPr id="176" name="Google Shape;176;p6">
            <a:extLst xmlns:a="http://schemas.openxmlformats.org/drawingml/2006/main">
              <a:ext uri="{FF2B5EF4-FFF2-40B4-BE49-F238E27FC236}">
                <a16:creationId xmlns:a16="http://schemas.microsoft.com/office/drawing/2014/main" id="{B8245EEA-C49D-43B6-95CA-CD0783642D0D}"/>
              </a:ext>
            </a:extLst>
          </p:cNvPr>
          <p:cNvPicPr>
            <a:picLocks xmlns:a="http://schemas.openxmlformats.org/drawingml/2006/main" noChangeAspect="1"/>
          </p:cNvPicPr>
          <p:nvPr/>
        </p:nvPicPr>
        <p:blipFill>
          <a:blip xmlns:r="http://schemas.openxmlformats.org/officeDocument/2006/relationships" xmlns:a="http://schemas.openxmlformats.org/drawingml/2006/main" r:embed="R6d6378afe51540f3">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sp>
        <p:nvSpPr>
          <p:cNvPr id="177" name="">
            <a:extLst xmlns:a="http://schemas.openxmlformats.org/drawingml/2006/main">
              <a:ext uri="{FF2B5EF4-FFF2-40B4-BE49-F238E27FC236}">
                <a16:creationId xmlns:a16="http://schemas.microsoft.com/office/drawing/2014/main" id="{EEA223BD-EE80-4105-882C-034DB20D1191}"/>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5 / 19</a:t>
            </a:r>
          </a:p>
        </p:txBody>
      </p:sp>
    </p:spTree>
    <p:extLst>
      <p:ext uri="{BB962C8B-B14F-4D97-AF65-F5344CB8AC3E}">
        <p14:creationId xmlns:p14="http://schemas.microsoft.com/office/powerpoint/2010/main" val="95384600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7">
            <a:extLst xmlns:a="http://schemas.openxmlformats.org/drawingml/2006/main">
              <a:ext uri="{FF2B5EF4-FFF2-40B4-BE49-F238E27FC236}">
                <a16:creationId xmlns:a16="http://schemas.microsoft.com/office/drawing/2014/main" id="{BE4EF8E6-791A-4F2F-81D2-59B92C7C5F8C}"/>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r">
              <a:lnSpc>
                <a:spcPct val="90000"/>
              </a:lnSpc>
              <a:spcBef>
                <a:spcPts val="0"/>
              </a:spcBef>
              <a:spcAft>
                <a:spcPts val="0"/>
              </a:spcAft>
              <a:buClr>
                <a:schemeClr val="lt1"/>
              </a:buClr>
              <a:buSzPts val="4000"/>
              <a:buFont typeface="Century Gothic"/>
              <a:buNone/>
            </a:pPr>
            <a:r>
              <a:t>ENCRYPTION POLICIES</a:t>
            </a:r>
            <a:endParaRPr/>
          </a:p>
        </p:txBody>
      </p:sp>
      <p:sp>
        <p:nvSpPr>
          <p:cNvPr id="182" name="Google Shape;182;p7">
            <a:extLst xmlns:a="http://schemas.openxmlformats.org/drawingml/2006/main">
              <a:ext uri="{FF2B5EF4-FFF2-40B4-BE49-F238E27FC236}">
                <a16:creationId xmlns:a16="http://schemas.microsoft.com/office/drawing/2014/main" id="{FD9770A9-32E8-4125-9907-F32B91E60FFE}"/>
              </a:ext>
            </a:extLst>
          </p:cNvPr>
          <p:cNvSpPr>
            <a:spLocks xmlns:a="http://schemas.openxmlformats.org/drawingml/2006/main" noGrp="1"/>
          </p:cNvSpPr>
          <p:nvPr>
            <p:ph type="body" idx="1"/>
          </p:nvPr>
        </p:nvSpPr>
        <p:spPr>
          <a:xfrm xmlns:a="http://schemas.openxmlformats.org/drawingml/2006/main">
            <a:off x="685800" y="2190750"/>
            <a:ext cx="10191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defPPr>
              <a:defRPr sz="2025">
                <a:solidFill>
                  <a:srgbClr val="FFFFFF"/>
                </a:solidFill>
              </a:defRPr>
            </a:defPPr>
            <a:lvl1pPr>
              <a:defRPr sz="2025">
                <a:solidFill>
                  <a:srgbClr val="FFFFFF"/>
                </a:solidFill>
              </a:defRPr>
            </a:lvl1pPr>
            <a:lvl2pPr>
              <a:defRPr sz="2025">
                <a:solidFill>
                  <a:srgbClr val="FFFFFF"/>
                </a:solidFill>
              </a:defRPr>
            </a:lvl2pPr>
            <a:lvl3pPr>
              <a:defRPr sz="2025">
                <a:solidFill>
                  <a:srgbClr val="FFFFFF"/>
                </a:solidFill>
              </a:defRPr>
            </a:lvl3pPr>
            <a:lvl4pPr>
              <a:defRPr sz="2025">
                <a:solidFill>
                  <a:srgbClr val="FFFFFF"/>
                </a:solidFill>
              </a:defRPr>
            </a:lvl4pPr>
            <a:lvl5pPr>
              <a:defRPr sz="2025">
                <a:solidFill>
                  <a:srgbClr val="FFFFFF"/>
                </a:solidFill>
              </a:defRPr>
            </a:lvl5pPr>
            <a:lvl6pPr>
              <a:defRPr sz="2025">
                <a:solidFill>
                  <a:srgbClr val="FFFFFF"/>
                </a:solidFill>
              </a:defRPr>
            </a:lvl6pPr>
            <a:lvl7pPr>
              <a:defRPr sz="2025">
                <a:solidFill>
                  <a:srgbClr val="FFFFFF"/>
                </a:solidFill>
              </a:defRPr>
            </a:lvl7pPr>
            <a:lvl8pPr>
              <a:defRPr sz="2025">
                <a:solidFill>
                  <a:srgbClr val="FFFFFF"/>
                </a:solidFill>
              </a:defRPr>
            </a:lvl8pPr>
            <a:lvl9pPr>
              <a:defRPr sz="2025">
                <a:solidFill>
                  <a:srgbClr val="FFFFFF"/>
                </a:solidFill>
              </a:defRPr>
            </a:lvl9pPr>
          </a:lstStyle>
          <a:p xmlns:a="http://schemas.openxmlformats.org/drawingml/2006/main">
            <a:pPr marL="228600" lvl="0" indent="-228600" algn="l">
              <a:lnSpc>
                <a:spcPct val="90000"/>
              </a:lnSpc>
              <a:spcBef>
                <a:spcPts val="0"/>
              </a:spcBef>
              <a:spcAft>
                <a:spcPts val="0"/>
              </a:spcAft>
              <a:buClr>
                <a:schemeClr val="lt1"/>
              </a:buClr>
              <a:buSzPts val="2000"/>
              <a:buChar char="•"/>
              <a:defRPr sz="2025">
                <a:solidFill>
                  <a:srgbClr val="FFFFFF"/>
                </a:solidFill>
              </a:defRPr>
            </a:pPr>
            <a:r>
              <a:rPr sz="2025">
                <a:solidFill>
                  <a:srgbClr val="FFFFFF"/>
                </a:solidFill>
              </a:rPr>
              <a:t>At rest — STD-011-SYS</a:t>
            </a:r>
            <a:endParaRPr sz="1600"/>
          </a:p>
          <a:p xmlns:a="http://schemas.openxmlformats.org/drawingml/2006/main">
            <a:pPr marL="0" lvl="0" indent="0" algn="l">
              <a:lnSpc>
                <a:spcPct val="90000"/>
              </a:lnSpc>
              <a:spcBef>
                <a:spcPts val="1000"/>
              </a:spcBef>
              <a:spcAft>
                <a:spcPts val="0"/>
              </a:spcAft>
              <a:buClr>
                <a:schemeClr val="lt1"/>
              </a:buClr>
              <a:buSzPts val="1600"/>
              <a:buNone/>
              <a:defRPr sz="2025">
                <a:solidFill>
                  <a:srgbClr val="FFFFFF"/>
                </a:solidFill>
              </a:defRPr>
            </a:pPr>
            <a:r>
              <a:rPr sz="2025">
                <a:solidFill>
                  <a:srgbClr val="FFFFFF"/>
                </a:solidFill>
              </a:rPr>
              <a:t>Encrypt sensitive databases, files, and backups. Separate keys from data.</a:t>
            </a:r>
            <a:endParaRPr sz="1600"/>
          </a:p>
          <a:p xmlns:a="http://schemas.openxmlformats.org/drawingml/2006/main">
            <a:pPr marL="228600" lvl="0" indent="-88900" algn="l">
              <a:lnSpc>
                <a:spcPct val="90000"/>
              </a:lnSpc>
              <a:spcBef>
                <a:spcPts val="1000"/>
              </a:spcBef>
              <a:spcAft>
                <a:spcPts val="0"/>
              </a:spcAft>
              <a:buNone/>
            </a:pPr>
            <a:r>
              <a:t/>
            </a:r>
            <a:endParaRPr/>
          </a:p>
          <a:p xmlns:a="http://schemas.openxmlformats.org/drawingml/2006/main">
            <a:pPr marL="228600" lvl="0" indent="-88900" algn="l">
              <a:lnSpc>
                <a:spcPct val="90000"/>
              </a:lnSpc>
              <a:spcBef>
                <a:spcPts val="1000"/>
              </a:spcBef>
              <a:spcAft>
                <a:spcPts val="0"/>
              </a:spcAft>
              <a:buClr>
                <a:schemeClr val="lt1"/>
              </a:buClr>
              <a:buSzPts val="2200"/>
              <a:buNone/>
              <a:defRPr sz="2025">
                <a:solidFill>
                  <a:srgbClr val="FFFFFF"/>
                </a:solidFill>
              </a:defRPr>
            </a:pPr>
            <a:r>
              <a:rPr sz="2025">
                <a:solidFill>
                  <a:srgbClr val="FFFFFF"/>
                </a:solidFill>
              </a:rPr>
              <a:t>In flight — STD-012-SYS</a:t>
            </a:r>
            <a:endParaRPr/>
          </a:p>
          <a:p xmlns:a="http://schemas.openxmlformats.org/drawingml/2006/main">
            <a:pPr marL="228600" lvl="0" indent="-88900" algn="l">
              <a:lnSpc>
                <a:spcPct val="90000"/>
              </a:lnSpc>
              <a:spcBef>
                <a:spcPts val="1000"/>
              </a:spcBef>
              <a:spcAft>
                <a:spcPts val="0"/>
              </a:spcAft>
              <a:buClr>
                <a:schemeClr val="lt1"/>
              </a:buClr>
              <a:buSzPts val="2200"/>
              <a:buNone/>
              <a:defRPr sz="2025">
                <a:solidFill>
                  <a:srgbClr val="FFFFFF"/>
                </a:solidFill>
              </a:defRPr>
            </a:pPr>
            <a:r>
              <a:rPr sz="2025">
                <a:solidFill>
                  <a:srgbClr val="FFFFFF"/>
                </a:solidFill>
              </a:rPr>
              <a:t>Prefer TLS 1.3. Permit approved TLS 1.2 compatibility. Validate peers.</a:t>
            </a:r>
            <a:endParaRPr/>
          </a:p>
          <a:p xmlns:a="http://schemas.openxmlformats.org/drawingml/2006/main">
            <a:pPr marL="228600" lvl="0" indent="-88900" algn="l">
              <a:lnSpc>
                <a:spcPct val="90000"/>
              </a:lnSpc>
              <a:spcBef>
                <a:spcPts val="1000"/>
              </a:spcBef>
              <a:spcAft>
                <a:spcPts val="0"/>
              </a:spcAft>
              <a:buNone/>
            </a:pPr>
            <a:r>
              <a:t/>
            </a:r>
            <a:endParaRPr/>
          </a:p>
          <a:p xmlns:a="http://schemas.openxmlformats.org/drawingml/2006/main">
            <a:pPr marL="228600" lvl="0" indent="-88900" algn="l">
              <a:lnSpc>
                <a:spcPct val="90000"/>
              </a:lnSpc>
              <a:spcBef>
                <a:spcPts val="1000"/>
              </a:spcBef>
              <a:spcAft>
                <a:spcPts val="0"/>
              </a:spcAft>
              <a:buClr>
                <a:schemeClr val="lt1"/>
              </a:buClr>
              <a:buSzPts val="2200"/>
              <a:buNone/>
              <a:defRPr sz="2025">
                <a:solidFill>
                  <a:srgbClr val="FFFFFF"/>
                </a:solidFill>
              </a:defRPr>
            </a:pPr>
            <a:r>
              <a:rPr sz="2025">
                <a:solidFill>
                  <a:srgbClr val="FFFFFF"/>
                </a:solidFill>
              </a:rPr>
              <a:t>In use — STD-013-SYS</a:t>
            </a:r>
            <a:endParaRPr/>
          </a:p>
          <a:p xmlns:a="http://schemas.openxmlformats.org/drawingml/2006/main">
            <a:pPr marL="228600" lvl="0" indent="-88900" algn="l">
              <a:lnSpc>
                <a:spcPct val="90000"/>
              </a:lnSpc>
              <a:spcBef>
                <a:spcPts val="1000"/>
              </a:spcBef>
              <a:spcAft>
                <a:spcPts val="0"/>
              </a:spcAft>
              <a:buClr>
                <a:schemeClr val="lt1"/>
              </a:buClr>
              <a:buSzPts val="2200"/>
              <a:buNone/>
              <a:defRPr sz="2025">
                <a:solidFill>
                  <a:srgbClr val="FFFFFF"/>
                </a:solidFill>
              </a:defRPr>
            </a:pPr>
            <a:r>
              <a:rPr sz="2025">
                <a:solidFill>
                  <a:srgbClr val="FFFFFF"/>
                </a:solidFill>
              </a:rPr>
              <a:t>Use approved protected processing where supported. Otherwise document an exception with isolation, restricted dumps, and minimal plaintext lifetime.</a:t>
            </a:r>
            <a:endParaRPr/>
          </a:p>
        </p:txBody>
      </p:sp>
      <p:pic>
        <p:nvPicPr>
          <p:cNvPr id="183" name="Google Shape;183;p7">
            <a:extLst xmlns:a="http://schemas.openxmlformats.org/drawingml/2006/main">
              <a:ext uri="{FF2B5EF4-FFF2-40B4-BE49-F238E27FC236}">
                <a16:creationId xmlns:a16="http://schemas.microsoft.com/office/drawing/2014/main" id="{F2249F51-C502-4A2F-B85B-B266749E8CAD}"/>
              </a:ext>
            </a:extLst>
          </p:cNvPr>
          <p:cNvPicPr>
            <a:picLocks xmlns:a="http://schemas.openxmlformats.org/drawingml/2006/main" noChangeAspect="1"/>
          </p:cNvPicPr>
          <p:nvPr/>
        </p:nvPicPr>
        <p:blipFill>
          <a:blip xmlns:r="http://schemas.openxmlformats.org/officeDocument/2006/relationships" xmlns:a="http://schemas.openxmlformats.org/drawingml/2006/main" r:embed="R22842e77b2fc41f9">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sp>
        <p:nvSpPr>
          <p:cNvPr id="184" name="">
            <a:extLst xmlns:a="http://schemas.openxmlformats.org/drawingml/2006/main">
              <a:ext uri="{FF2B5EF4-FFF2-40B4-BE49-F238E27FC236}">
                <a16:creationId xmlns:a16="http://schemas.microsoft.com/office/drawing/2014/main" id="{0DCB48CD-7698-4901-A1E9-D79301FB0FF2}"/>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6 / 19</a:t>
            </a:r>
          </a:p>
        </p:txBody>
      </p:sp>
    </p:spTree>
    <p:extLst>
      <p:ext uri="{BB962C8B-B14F-4D97-AF65-F5344CB8AC3E}">
        <p14:creationId xmlns:p14="http://schemas.microsoft.com/office/powerpoint/2010/main" val="30745123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88" name="Google Shape;188;p8">
            <a:extLst xmlns:a="http://schemas.openxmlformats.org/drawingml/2006/main">
              <a:ext uri="{FF2B5EF4-FFF2-40B4-BE49-F238E27FC236}">
                <a16:creationId xmlns:a16="http://schemas.microsoft.com/office/drawing/2014/main" id="{371E84C9-F063-418A-B2A3-0B605B018CB7}"/>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r">
              <a:lnSpc>
                <a:spcPct val="90000"/>
              </a:lnSpc>
              <a:spcBef>
                <a:spcPts val="0"/>
              </a:spcBef>
              <a:spcAft>
                <a:spcPts val="0"/>
              </a:spcAft>
              <a:buClr>
                <a:schemeClr val="lt1"/>
              </a:buClr>
              <a:buSzPts val="4000"/>
              <a:buFont typeface="Century Gothic"/>
              <a:buNone/>
            </a:pPr>
            <a:r>
              <a:t>TRIPLE-A POLICIES</a:t>
            </a:r>
            <a:endParaRPr/>
          </a:p>
        </p:txBody>
      </p:sp>
      <p:sp>
        <p:nvSpPr>
          <p:cNvPr id="189" name="Google Shape;189;p8">
            <a:extLst xmlns:a="http://schemas.openxmlformats.org/drawingml/2006/main">
              <a:ext uri="{FF2B5EF4-FFF2-40B4-BE49-F238E27FC236}">
                <a16:creationId xmlns:a16="http://schemas.microsoft.com/office/drawing/2014/main" id="{513F4B21-B1AD-4E98-BD06-7B2416640ABF}"/>
              </a:ext>
            </a:extLst>
          </p:cNvPr>
          <p:cNvSpPr>
            <a:spLocks xmlns:a="http://schemas.openxmlformats.org/drawingml/2006/main" noGrp="1"/>
          </p:cNvSpPr>
          <p:nvPr>
            <p:ph type="body" idx="1"/>
          </p:nvPr>
        </p:nvSpPr>
        <p:spPr>
          <a:xfrm xmlns:a="http://schemas.openxmlformats.org/drawingml/2006/main">
            <a:off x="685800" y="2190750"/>
            <a:ext cx="10191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defPPr>
              <a:defRPr sz="2025">
                <a:solidFill>
                  <a:srgbClr val="FFFFFF"/>
                </a:solidFill>
              </a:defRPr>
            </a:defPPr>
            <a:lvl1pPr>
              <a:defRPr sz="2025">
                <a:solidFill>
                  <a:srgbClr val="FFFFFF"/>
                </a:solidFill>
              </a:defRPr>
            </a:lvl1pPr>
            <a:lvl2pPr>
              <a:defRPr sz="2025">
                <a:solidFill>
                  <a:srgbClr val="FFFFFF"/>
                </a:solidFill>
              </a:defRPr>
            </a:lvl2pPr>
            <a:lvl3pPr>
              <a:defRPr sz="2025">
                <a:solidFill>
                  <a:srgbClr val="FFFFFF"/>
                </a:solidFill>
              </a:defRPr>
            </a:lvl3pPr>
            <a:lvl4pPr>
              <a:defRPr sz="2025">
                <a:solidFill>
                  <a:srgbClr val="FFFFFF"/>
                </a:solidFill>
              </a:defRPr>
            </a:lvl4pPr>
            <a:lvl5pPr>
              <a:defRPr sz="2025">
                <a:solidFill>
                  <a:srgbClr val="FFFFFF"/>
                </a:solidFill>
              </a:defRPr>
            </a:lvl5pPr>
            <a:lvl6pPr>
              <a:defRPr sz="2025">
                <a:solidFill>
                  <a:srgbClr val="FFFFFF"/>
                </a:solidFill>
              </a:defRPr>
            </a:lvl6pPr>
            <a:lvl7pPr>
              <a:defRPr sz="2025">
                <a:solidFill>
                  <a:srgbClr val="FFFFFF"/>
                </a:solidFill>
              </a:defRPr>
            </a:lvl7pPr>
            <a:lvl8pPr>
              <a:defRPr sz="2025">
                <a:solidFill>
                  <a:srgbClr val="FFFFFF"/>
                </a:solidFill>
              </a:defRPr>
            </a:lvl8pPr>
            <a:lvl9pPr>
              <a:defRPr sz="2025">
                <a:solidFill>
                  <a:srgbClr val="FFFFFF"/>
                </a:solidFill>
              </a:defRPr>
            </a:lvl9pPr>
          </a:lstStyle>
          <a:p xmlns:a="http://schemas.openxmlformats.org/drawingml/2006/main">
            <a:pPr marL="228600" lvl="0" indent="-228600" algn="l">
              <a:lnSpc>
                <a:spcPct val="90000"/>
              </a:lnSpc>
              <a:spcBef>
                <a:spcPts val="0"/>
              </a:spcBef>
              <a:spcAft>
                <a:spcPts val="0"/>
              </a:spcAft>
              <a:buClr>
                <a:schemeClr val="lt1"/>
              </a:buClr>
              <a:buSzPts val="2400"/>
              <a:buChar char="•"/>
              <a:defRPr sz="2025">
                <a:solidFill>
                  <a:srgbClr val="FFFFFF"/>
                </a:solidFill>
              </a:defRPr>
            </a:pPr>
            <a:r>
              <a:rPr sz="2025">
                <a:solidFill>
                  <a:srgbClr val="FFFFFF"/>
                </a:solidFill>
              </a:rPr>
              <a:t>Authentication — STD-014-SYS</a:t>
            </a:r>
            <a:endParaRPr/>
          </a:p>
          <a:p xmlns:a="http://schemas.openxmlformats.org/drawingml/2006/main">
            <a:pPr marL="228600" lvl="0" indent="-228600" algn="l">
              <a:lnSpc>
                <a:spcPct val="90000"/>
              </a:lnSpc>
              <a:spcBef>
                <a:spcPts val="0"/>
              </a:spcBef>
              <a:spcAft>
                <a:spcPts val="0"/>
              </a:spcAft>
              <a:buClr>
                <a:schemeClr val="lt1"/>
              </a:buClr>
              <a:buSzPts val="2400"/>
              <a:buChar char="•"/>
              <a:defRPr sz="2025">
                <a:solidFill>
                  <a:srgbClr val="FFFFFF"/>
                </a:solidFill>
              </a:defRPr>
            </a:pPr>
            <a:r>
              <a:rPr sz="2025">
                <a:solidFill>
                  <a:srgbClr val="FFFFFF"/>
                </a:solidFill>
              </a:rPr>
              <a:t>Unique identities, MFA for privileged/sensitive access, protected credentials, and rate limits.</a:t>
            </a:r>
            <a:endParaRPr/>
          </a:p>
          <a:p xmlns:a="http://schemas.openxmlformats.org/drawingml/2006/main">
            <a:pPr marL="228600" lvl="0" indent="-228600" algn="l">
              <a:lnSpc>
                <a:spcPct val="90000"/>
              </a:lnSpc>
              <a:spcBef>
                <a:spcPts val="0"/>
              </a:spcBef>
              <a:spcAft>
                <a:spcPts val="0"/>
              </a:spcAft>
              <a:buNone/>
            </a:pPr>
            <a:r>
              <a:rPr sz="2400"/>
              <a:t/>
            </a:r>
            <a:endParaRPr/>
          </a:p>
          <a:p xmlns:a="http://schemas.openxmlformats.org/drawingml/2006/main">
            <a:pPr marL="228600" lvl="0" indent="-228600" algn="l">
              <a:lnSpc>
                <a:spcPct val="90000"/>
              </a:lnSpc>
              <a:spcBef>
                <a:spcPts val="0"/>
              </a:spcBef>
              <a:spcAft>
                <a:spcPts val="0"/>
              </a:spcAft>
              <a:buClr>
                <a:schemeClr val="lt1"/>
              </a:buClr>
              <a:buSzPts val="2400"/>
              <a:buChar char="•"/>
              <a:defRPr sz="2025">
                <a:solidFill>
                  <a:srgbClr val="FFFFFF"/>
                </a:solidFill>
              </a:defRPr>
            </a:pPr>
            <a:r>
              <a:rPr sz="2025">
                <a:solidFill>
                  <a:srgbClr val="FFFFFF"/>
                </a:solidFill>
              </a:rPr>
              <a:t>Authorization — STD-015-SYS</a:t>
            </a:r>
            <a:endParaRPr/>
          </a:p>
          <a:p xmlns:a="http://schemas.openxmlformats.org/drawingml/2006/main">
            <a:pPr marL="228600" lvl="0" indent="-228600" algn="l">
              <a:lnSpc>
                <a:spcPct val="90000"/>
              </a:lnSpc>
              <a:spcBef>
                <a:spcPts val="0"/>
              </a:spcBef>
              <a:spcAft>
                <a:spcPts val="0"/>
              </a:spcAft>
              <a:buClr>
                <a:schemeClr val="lt1"/>
              </a:buClr>
              <a:buSzPts val="2400"/>
              <a:buChar char="•"/>
              <a:defRPr sz="2025">
                <a:solidFill>
                  <a:srgbClr val="FFFFFF"/>
                </a:solidFill>
              </a:defRPr>
            </a:pPr>
            <a:r>
              <a:rPr sz="2025">
                <a:solidFill>
                  <a:srgbClr val="FFFFFF"/>
                </a:solidFill>
              </a:rPr>
              <a:t>Server-side role checks on every protected operation. Default deny and least privilege.</a:t>
            </a:r>
            <a:endParaRPr/>
          </a:p>
          <a:p xmlns:a="http://schemas.openxmlformats.org/drawingml/2006/main">
            <a:pPr marL="228600" lvl="0" indent="-228600" algn="l">
              <a:lnSpc>
                <a:spcPct val="90000"/>
              </a:lnSpc>
              <a:spcBef>
                <a:spcPts val="0"/>
              </a:spcBef>
              <a:spcAft>
                <a:spcPts val="0"/>
              </a:spcAft>
              <a:buNone/>
            </a:pPr>
            <a:r>
              <a:rPr sz="2400"/>
              <a:t/>
            </a:r>
            <a:endParaRPr/>
          </a:p>
          <a:p xmlns:a="http://schemas.openxmlformats.org/drawingml/2006/main">
            <a:pPr marL="228600" lvl="0" indent="-228600" algn="l">
              <a:lnSpc>
                <a:spcPct val="90000"/>
              </a:lnSpc>
              <a:spcBef>
                <a:spcPts val="0"/>
              </a:spcBef>
              <a:spcAft>
                <a:spcPts val="0"/>
              </a:spcAft>
              <a:buClr>
                <a:schemeClr val="lt1"/>
              </a:buClr>
              <a:buSzPts val="2400"/>
              <a:buChar char="•"/>
              <a:defRPr sz="2025">
                <a:solidFill>
                  <a:srgbClr val="FFFFFF"/>
                </a:solidFill>
              </a:defRPr>
            </a:pPr>
            <a:r>
              <a:rPr sz="2025">
                <a:solidFill>
                  <a:srgbClr val="FFFFFF"/>
                </a:solidFill>
              </a:rPr>
              <a:t>Accounting — STD-016-SYS</a:t>
            </a:r>
            <a:endParaRPr/>
          </a:p>
          <a:p xmlns:a="http://schemas.openxmlformats.org/drawingml/2006/main">
            <a:pPr marL="228600" lvl="0" indent="-228600" algn="l">
              <a:lnSpc>
                <a:spcPct val="90000"/>
              </a:lnSpc>
              <a:spcBef>
                <a:spcPts val="0"/>
              </a:spcBef>
              <a:spcAft>
                <a:spcPts val="0"/>
              </a:spcAft>
              <a:buClr>
                <a:schemeClr val="lt1"/>
              </a:buClr>
              <a:buSzPts val="2400"/>
              <a:buChar char="•"/>
              <a:defRPr sz="2025">
                <a:solidFill>
                  <a:srgbClr val="FFFFFF"/>
                </a:solidFill>
              </a:defRPr>
            </a:pPr>
            <a:r>
              <a:rPr sz="2025">
                <a:solidFill>
                  <a:srgbClr val="FFFFFF"/>
                </a:solidFill>
              </a:rPr>
              <a:t>Central, protected logs of actor, action, resource, time, and outcome. Alert on suspicious activity. Never log secrets.</a:t>
            </a:r>
            <a:endParaRPr/>
          </a:p>
        </p:txBody>
      </p:sp>
      <p:pic>
        <p:nvPicPr>
          <p:cNvPr id="190" name="Google Shape;190;p8">
            <a:extLst xmlns:a="http://schemas.openxmlformats.org/drawingml/2006/main">
              <a:ext uri="{FF2B5EF4-FFF2-40B4-BE49-F238E27FC236}">
                <a16:creationId xmlns:a16="http://schemas.microsoft.com/office/drawing/2014/main" id="{8B0664F4-BB04-4F0B-BF68-C57D71858A22}"/>
              </a:ext>
            </a:extLst>
          </p:cNvPr>
          <p:cNvPicPr>
            <a:picLocks xmlns:a="http://schemas.openxmlformats.org/drawingml/2006/main" noChangeAspect="1"/>
          </p:cNvPicPr>
          <p:nvPr/>
        </p:nvPicPr>
        <p:blipFill>
          <a:blip xmlns:r="http://schemas.openxmlformats.org/officeDocument/2006/relationships" xmlns:a="http://schemas.openxmlformats.org/drawingml/2006/main" r:embed="R9b9ba20ee6f04c32">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sp>
        <p:nvSpPr>
          <p:cNvPr id="191" name="">
            <a:extLst xmlns:a="http://schemas.openxmlformats.org/drawingml/2006/main">
              <a:ext uri="{FF2B5EF4-FFF2-40B4-BE49-F238E27FC236}">
                <a16:creationId xmlns:a16="http://schemas.microsoft.com/office/drawing/2014/main" id="{A6D2A285-5A27-43A8-A318-ADD16FE7F7AC}"/>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7 / 19</a:t>
            </a:r>
          </a:p>
        </p:txBody>
      </p:sp>
    </p:spTree>
    <p:extLst>
      <p:ext uri="{BB962C8B-B14F-4D97-AF65-F5344CB8AC3E}">
        <p14:creationId xmlns:p14="http://schemas.microsoft.com/office/powerpoint/2010/main" val="85726776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95" name="Google Shape;195;g9504e29505_0_0">
            <a:extLst xmlns:a="http://schemas.openxmlformats.org/drawingml/2006/main">
              <a:ext uri="{FF2B5EF4-FFF2-40B4-BE49-F238E27FC236}">
                <a16:creationId xmlns:a16="http://schemas.microsoft.com/office/drawing/2014/main" id="{C4150F80-A390-4379-98E2-C818415589CE}"/>
              </a:ext>
            </a:extLst>
          </p:cNvPr>
          <p:cNvSpPr>
            <a:spLocks xmlns:a="http://schemas.openxmlformats.org/drawingml/2006/main" noGrp="1"/>
          </p:cNvSpPr>
          <p:nvPr>
            <p:ph type="title" idx="0"/>
          </p:nvPr>
        </p:nvSpPr>
        <p:spPr>
          <a:xfrm xmlns:a="http://schemas.openxmlformats.org/drawingml/2006/main">
            <a:off x="2619375" y="952500"/>
            <a:ext cx="8858250" cy="104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defPPr>
              <a:defRPr sz="2475">
                <a:solidFill>
                  <a:srgbClr val="FFFFFF"/>
                </a:solidFill>
              </a:defRPr>
            </a:defPPr>
            <a:lvl1pPr>
              <a:defRPr sz="2475">
                <a:solidFill>
                  <a:srgbClr val="FFFFFF"/>
                </a:solidFill>
              </a:defRPr>
            </a:lvl1pPr>
            <a:lvl2pPr>
              <a:defRPr sz="2475">
                <a:solidFill>
                  <a:srgbClr val="FFFFFF"/>
                </a:solidFill>
              </a:defRPr>
            </a:lvl2pPr>
            <a:lvl3pPr>
              <a:defRPr sz="2475">
                <a:solidFill>
                  <a:srgbClr val="FFFFFF"/>
                </a:solidFill>
              </a:defRPr>
            </a:lvl3pPr>
            <a:lvl4pPr>
              <a:defRPr sz="2475">
                <a:solidFill>
                  <a:srgbClr val="FFFFFF"/>
                </a:solidFill>
              </a:defRPr>
            </a:lvl4pPr>
            <a:lvl5pPr>
              <a:defRPr sz="2475">
                <a:solidFill>
                  <a:srgbClr val="FFFFFF"/>
                </a:solidFill>
              </a:defRPr>
            </a:lvl5pPr>
            <a:lvl6pPr>
              <a:defRPr sz="2475">
                <a:solidFill>
                  <a:srgbClr val="FFFFFF"/>
                </a:solidFill>
              </a:defRPr>
            </a:lvl6pPr>
            <a:lvl7pPr>
              <a:defRPr sz="2475">
                <a:solidFill>
                  <a:srgbClr val="FFFFFF"/>
                </a:solidFill>
              </a:defRPr>
            </a:lvl7pPr>
            <a:lvl8pPr>
              <a:defRPr sz="2475">
                <a:solidFill>
                  <a:srgbClr val="FFFFFF"/>
                </a:solidFill>
              </a:defRPr>
            </a:lvl8pPr>
            <a:lvl9pPr>
              <a:defRPr sz="2475">
                <a:solidFill>
                  <a:srgbClr val="FFFFFF"/>
                </a:solidFill>
              </a:defRPr>
            </a:lvl9pPr>
          </a:lstStyle>
          <a:p xmlns:a="http://schemas.openxmlformats.org/drawingml/2006/main">
            <a:pPr marL="0" lvl="0" indent="0" algn="r">
              <a:lnSpc>
                <a:spcPct val="90000"/>
              </a:lnSpc>
              <a:spcBef>
                <a:spcPts val="0"/>
              </a:spcBef>
              <a:spcAft>
                <a:spcPts val="0"/>
              </a:spcAft>
              <a:buSzPts val="1800"/>
              <a:buNone/>
              <a:defRPr sz="2475">
                <a:solidFill>
                  <a:srgbClr val="FFFFFF"/>
                </a:solidFill>
              </a:defRPr>
            </a:pPr>
            <a:r>
              <a:rPr sz="2475">
                <a:solidFill>
                  <a:srgbClr val="FFFFFF"/>
                </a:solidFill>
              </a:rPr>
              <a:t>Does safe addition return 30?</a:t>
            </a:r>
            <a:endParaRPr/>
          </a:p>
        </p:txBody>
      </p:sp>
      <p:sp>
        <p:nvSpPr>
          <p:cNvPr id="196" name="Google Shape;196;g9504e29505_0_0">
            <a:extLst xmlns:a="http://schemas.openxmlformats.org/drawingml/2006/main">
              <a:ext uri="{FF2B5EF4-FFF2-40B4-BE49-F238E27FC236}">
                <a16:creationId xmlns:a16="http://schemas.microsoft.com/office/drawing/2014/main" id="{8352C99C-7010-4766-A411-E3519BBCBC02}"/>
              </a:ext>
            </a:extLst>
          </p:cNvPr>
          <p:cNvSpPr>
            <a:spLocks xmlns:a="http://schemas.openxmlformats.org/drawingml/2006/main" noGrp="1"/>
          </p:cNvSpPr>
          <p:nvPr>
            <p:ph type="body" idx="1"/>
          </p:nvPr>
        </p:nvSpPr>
        <p:spPr>
          <a:xfrm xmlns:a="http://schemas.openxmlformats.org/drawingml/2006/main">
            <a:off x="685800" y="2095500"/>
            <a:ext cx="10287000" cy="2143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defPPr>
              <a:defRPr sz="1725">
                <a:solidFill>
                  <a:srgbClr val="FFFFFF"/>
                </a:solidFill>
              </a:defRPr>
            </a:defPPr>
            <a:lvl1pPr>
              <a:defRPr sz="1725">
                <a:solidFill>
                  <a:srgbClr val="FFFFFF"/>
                </a:solidFill>
              </a:defRPr>
            </a:lvl1pPr>
            <a:lvl2pPr>
              <a:defRPr sz="1725">
                <a:solidFill>
                  <a:srgbClr val="FFFFFF"/>
                </a:solidFill>
              </a:defRPr>
            </a:lvl2pPr>
            <a:lvl3pPr>
              <a:defRPr sz="1725">
                <a:solidFill>
                  <a:srgbClr val="FFFFFF"/>
                </a:solidFill>
              </a:defRPr>
            </a:lvl3pPr>
            <a:lvl4pPr>
              <a:defRPr sz="1725">
                <a:solidFill>
                  <a:srgbClr val="FFFFFF"/>
                </a:solidFill>
              </a:defRPr>
            </a:lvl4pPr>
            <a:lvl5pPr>
              <a:defRPr sz="1725">
                <a:solidFill>
                  <a:srgbClr val="FFFFFF"/>
                </a:solidFill>
              </a:defRPr>
            </a:lvl5pPr>
            <a:lvl6pPr>
              <a:defRPr sz="1725">
                <a:solidFill>
                  <a:srgbClr val="FFFFFF"/>
                </a:solidFill>
              </a:defRPr>
            </a:lvl6pPr>
            <a:lvl7pPr>
              <a:defRPr sz="1725">
                <a:solidFill>
                  <a:srgbClr val="FFFFFF"/>
                </a:solidFill>
              </a:defRPr>
            </a:lvl7pPr>
            <a:lvl8pPr>
              <a:defRPr sz="1725">
                <a:solidFill>
                  <a:srgbClr val="FFFFFF"/>
                </a:solidFill>
              </a:defRPr>
            </a:lvl8pPr>
            <a:lvl9pPr>
              <a:defRPr sz="1725">
                <a:solidFill>
                  <a:srgbClr val="FFFFFF"/>
                </a:solidFill>
              </a:defRPr>
            </a:lvl9pPr>
          </a:lstStyle>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Positive test • STD-002-CPP</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Input: add_numbers&lt;int&gt;(10, 20, 1UL, result)</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Expected: true; result = 30</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Observed: PASS; both return value and result assertions passed.</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EXPECT_TRUE(success); EXPECT_EQ(result, 30);</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Extend: test zero steps and repeated safe additions.</a:t>
            </a:r>
            <a:endParaRPr/>
          </a:p>
        </p:txBody>
      </p:sp>
      <p:pic>
        <p:nvPicPr>
          <p:cNvPr id="197" name="Google Shape;197;g9504e29505_0_0">
            <a:extLst xmlns:a="http://schemas.openxmlformats.org/drawingml/2006/main">
              <a:ext uri="{FF2B5EF4-FFF2-40B4-BE49-F238E27FC236}">
                <a16:creationId xmlns:a16="http://schemas.microsoft.com/office/drawing/2014/main" id="{7DB69F09-D3DB-4A38-A806-B2738DFF7068}"/>
              </a:ext>
            </a:extLst>
          </p:cNvPr>
          <p:cNvPicPr>
            <a:picLocks xmlns:a="http://schemas.openxmlformats.org/drawingml/2006/main" noChangeAspect="1"/>
          </p:cNvPicPr>
          <p:nvPr/>
        </p:nvPicPr>
        <p:blipFill>
          <a:blip xmlns:r="http://schemas.openxmlformats.org/officeDocument/2006/relationships" xmlns:a="http://schemas.openxmlformats.org/drawingml/2006/main" r:embed="Ra208561519024899">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pic>
        <p:nvPicPr>
          <p:cNvPr id="198" name="">
            <a:extLst xmlns:a="http://schemas.openxmlformats.org/drawingml/2006/main">
              <a:ext uri="{FF2B5EF4-FFF2-40B4-BE49-F238E27FC236}">
                <a16:creationId xmlns:a16="http://schemas.microsoft.com/office/drawing/2014/main" id="{A7993026-FC36-4C9D-BA07-29F69A49C96F}"/>
              </a:ext>
            </a:extLst>
          </p:cNvPr>
          <p:cNvPicPr>
            <a:picLocks xmlns:a="http://schemas.openxmlformats.org/drawingml/2006/main" noChangeAspect="1"/>
          </p:cNvPicPr>
          <p:nvPr/>
        </p:nvPicPr>
        <p:blipFill>
          <a:blip xmlns:r="http://schemas.openxmlformats.org/officeDocument/2006/relationships" xmlns:a="http://schemas.openxmlformats.org/drawingml/2006/main" r:embed="Raaa9b92b343947d0"/>
          <a:stretch xmlns:a="http://schemas.openxmlformats.org/drawingml/2006/main"/>
        </p:blipFill>
        <p:spPr>
          <a:xfrm xmlns:a="http://schemas.openxmlformats.org/drawingml/2006/main">
            <a:off x="1635323" y="4324350"/>
            <a:ext cx="8159353" cy="2333625"/>
          </a:xfrm>
          <a:prstGeom xmlns:a="http://schemas.openxmlformats.org/drawingml/2006/main" prst="rect">
            <a:avLst/>
          </a:prstGeom>
        </p:spPr>
      </p:pic>
      <p:sp>
        <p:nvSpPr>
          <p:cNvPr id="199" name="">
            <a:extLst xmlns:a="http://schemas.openxmlformats.org/drawingml/2006/main">
              <a:ext uri="{FF2B5EF4-FFF2-40B4-BE49-F238E27FC236}">
                <a16:creationId xmlns:a16="http://schemas.microsoft.com/office/drawing/2014/main" id="{C6A3DECB-ABFD-4B14-B758-28691A8C4543}"/>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8 / 19</a:t>
            </a:r>
          </a:p>
        </p:txBody>
      </p:sp>
    </p:spTree>
    <p:extLst>
      <p:ext uri="{BB962C8B-B14F-4D97-AF65-F5344CB8AC3E}">
        <p14:creationId xmlns:p14="http://schemas.microsoft.com/office/powerpoint/2010/main" val="100873145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95" name="Google Shape;195;g9504e29505_0_0">
            <a:extLst xmlns:a="http://schemas.openxmlformats.org/drawingml/2006/main">
              <a:ext uri="{FF2B5EF4-FFF2-40B4-BE49-F238E27FC236}">
                <a16:creationId xmlns:a16="http://schemas.microsoft.com/office/drawing/2014/main" id="{C4150F80-A390-4379-98E2-C818415589CE}"/>
              </a:ext>
            </a:extLst>
          </p:cNvPr>
          <p:cNvSpPr>
            <a:spLocks xmlns:a="http://schemas.openxmlformats.org/drawingml/2006/main" noGrp="1"/>
          </p:cNvSpPr>
          <p:nvPr>
            <p:ph type="title" idx="0"/>
          </p:nvPr>
        </p:nvSpPr>
        <p:spPr>
          <a:xfrm xmlns:a="http://schemas.openxmlformats.org/drawingml/2006/main">
            <a:off x="2619375" y="952500"/>
            <a:ext cx="8858250" cy="104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defPPr>
              <a:defRPr sz="2475">
                <a:solidFill>
                  <a:srgbClr val="FFFFFF"/>
                </a:solidFill>
              </a:defRPr>
            </a:defPPr>
            <a:lvl1pPr>
              <a:defRPr sz="2475">
                <a:solidFill>
                  <a:srgbClr val="FFFFFF"/>
                </a:solidFill>
              </a:defRPr>
            </a:lvl1pPr>
            <a:lvl2pPr>
              <a:defRPr sz="2475">
                <a:solidFill>
                  <a:srgbClr val="FFFFFF"/>
                </a:solidFill>
              </a:defRPr>
            </a:lvl2pPr>
            <a:lvl3pPr>
              <a:defRPr sz="2475">
                <a:solidFill>
                  <a:srgbClr val="FFFFFF"/>
                </a:solidFill>
              </a:defRPr>
            </a:lvl3pPr>
            <a:lvl4pPr>
              <a:defRPr sz="2475">
                <a:solidFill>
                  <a:srgbClr val="FFFFFF"/>
                </a:solidFill>
              </a:defRPr>
            </a:lvl4pPr>
            <a:lvl5pPr>
              <a:defRPr sz="2475">
                <a:solidFill>
                  <a:srgbClr val="FFFFFF"/>
                </a:solidFill>
              </a:defRPr>
            </a:lvl5pPr>
            <a:lvl6pPr>
              <a:defRPr sz="2475">
                <a:solidFill>
                  <a:srgbClr val="FFFFFF"/>
                </a:solidFill>
              </a:defRPr>
            </a:lvl6pPr>
            <a:lvl7pPr>
              <a:defRPr sz="2475">
                <a:solidFill>
                  <a:srgbClr val="FFFFFF"/>
                </a:solidFill>
              </a:defRPr>
            </a:lvl7pPr>
            <a:lvl8pPr>
              <a:defRPr sz="2475">
                <a:solidFill>
                  <a:srgbClr val="FFFFFF"/>
                </a:solidFill>
              </a:defRPr>
            </a:lvl8pPr>
            <a:lvl9pPr>
              <a:defRPr sz="2475">
                <a:solidFill>
                  <a:srgbClr val="FFFFFF"/>
                </a:solidFill>
              </a:defRPr>
            </a:lvl9pPr>
          </a:lstStyle>
          <a:p xmlns:a="http://schemas.openxmlformats.org/drawingml/2006/main">
            <a:pPr marL="0" lvl="0" indent="0" algn="r">
              <a:lnSpc>
                <a:spcPct val="90000"/>
              </a:lnSpc>
              <a:spcBef>
                <a:spcPts val="0"/>
              </a:spcBef>
              <a:spcAft>
                <a:spcPts val="0"/>
              </a:spcAft>
              <a:buSzPts val="1800"/>
              <a:buNone/>
              <a:defRPr sz="2475">
                <a:solidFill>
                  <a:srgbClr val="FFFFFF"/>
                </a:solidFill>
              </a:defRPr>
            </a:pPr>
            <a:r>
              <a:rPr sz="2475">
                <a:solidFill>
                  <a:srgbClr val="FFFFFF"/>
                </a:solidFill>
              </a:rPr>
              <a:t>Is maximum plus zero accepted?</a:t>
            </a:r>
            <a:endParaRPr/>
          </a:p>
        </p:txBody>
      </p:sp>
      <p:sp>
        <p:nvSpPr>
          <p:cNvPr id="196" name="Google Shape;196;g9504e29505_0_0">
            <a:extLst xmlns:a="http://schemas.openxmlformats.org/drawingml/2006/main">
              <a:ext uri="{FF2B5EF4-FFF2-40B4-BE49-F238E27FC236}">
                <a16:creationId xmlns:a16="http://schemas.microsoft.com/office/drawing/2014/main" id="{8352C99C-7010-4766-A411-E3519BBCBC02}"/>
              </a:ext>
            </a:extLst>
          </p:cNvPr>
          <p:cNvSpPr>
            <a:spLocks xmlns:a="http://schemas.openxmlformats.org/drawingml/2006/main" noGrp="1"/>
          </p:cNvSpPr>
          <p:nvPr>
            <p:ph type="body" idx="1"/>
          </p:nvPr>
        </p:nvSpPr>
        <p:spPr>
          <a:xfrm xmlns:a="http://schemas.openxmlformats.org/drawingml/2006/main">
            <a:off x="685800" y="2095500"/>
            <a:ext cx="10287000" cy="2143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defPPr>
              <a:defRPr sz="1725">
                <a:solidFill>
                  <a:srgbClr val="FFFFFF"/>
                </a:solidFill>
              </a:defRPr>
            </a:defPPr>
            <a:lvl1pPr>
              <a:defRPr sz="1725">
                <a:solidFill>
                  <a:srgbClr val="FFFFFF"/>
                </a:solidFill>
              </a:defRPr>
            </a:lvl1pPr>
            <a:lvl2pPr>
              <a:defRPr sz="1725">
                <a:solidFill>
                  <a:srgbClr val="FFFFFF"/>
                </a:solidFill>
              </a:defRPr>
            </a:lvl2pPr>
            <a:lvl3pPr>
              <a:defRPr sz="1725">
                <a:solidFill>
                  <a:srgbClr val="FFFFFF"/>
                </a:solidFill>
              </a:defRPr>
            </a:lvl3pPr>
            <a:lvl4pPr>
              <a:defRPr sz="1725">
                <a:solidFill>
                  <a:srgbClr val="FFFFFF"/>
                </a:solidFill>
              </a:defRPr>
            </a:lvl4pPr>
            <a:lvl5pPr>
              <a:defRPr sz="1725">
                <a:solidFill>
                  <a:srgbClr val="FFFFFF"/>
                </a:solidFill>
              </a:defRPr>
            </a:lvl5pPr>
            <a:lvl6pPr>
              <a:defRPr sz="1725">
                <a:solidFill>
                  <a:srgbClr val="FFFFFF"/>
                </a:solidFill>
              </a:defRPr>
            </a:lvl6pPr>
            <a:lvl7pPr>
              <a:defRPr sz="1725">
                <a:solidFill>
                  <a:srgbClr val="FFFFFF"/>
                </a:solidFill>
              </a:defRPr>
            </a:lvl7pPr>
            <a:lvl8pPr>
              <a:defRPr sz="1725">
                <a:solidFill>
                  <a:srgbClr val="FFFFFF"/>
                </a:solidFill>
              </a:defRPr>
            </a:lvl8pPr>
            <a:lvl9pPr>
              <a:defRPr sz="1725">
                <a:solidFill>
                  <a:srgbClr val="FFFFFF"/>
                </a:solidFill>
              </a:defRPr>
            </a:lvl9pPr>
          </a:lstStyle>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Positive boundary test • STD-002-CPP</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Input: add_numbers&lt;int&gt;(INT_MAX, 0, 1UL, result)</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Expected: true; result = INT_MAX</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Observed: PASS; both return value and result assertions passed.</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EXPECT_TRUE(success); EXPECT_EQ(result, maximum);</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Extend: test INT_MIN plus zero and INT_MAX − 1 plus 1.</a:t>
            </a:r>
            <a:endParaRPr/>
          </a:p>
        </p:txBody>
      </p:sp>
      <p:pic>
        <p:nvPicPr>
          <p:cNvPr id="197" name="Google Shape;197;g9504e29505_0_0">
            <a:extLst xmlns:a="http://schemas.openxmlformats.org/drawingml/2006/main">
              <a:ext uri="{FF2B5EF4-FFF2-40B4-BE49-F238E27FC236}">
                <a16:creationId xmlns:a16="http://schemas.microsoft.com/office/drawing/2014/main" id="{7DB69F09-D3DB-4A38-A806-B2738DFF7068}"/>
              </a:ext>
            </a:extLst>
          </p:cNvPr>
          <p:cNvPicPr>
            <a:picLocks xmlns:a="http://schemas.openxmlformats.org/drawingml/2006/main" noChangeAspect="1"/>
          </p:cNvPicPr>
          <p:nvPr/>
        </p:nvPicPr>
        <p:blipFill>
          <a:blip xmlns:r="http://schemas.openxmlformats.org/officeDocument/2006/relationships" xmlns:a="http://schemas.openxmlformats.org/drawingml/2006/main" r:embed="R00db1113f2a843cf">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pic>
        <p:nvPicPr>
          <p:cNvPr id="198" name="">
            <a:extLst xmlns:a="http://schemas.openxmlformats.org/drawingml/2006/main">
              <a:ext uri="{FF2B5EF4-FFF2-40B4-BE49-F238E27FC236}">
                <a16:creationId xmlns:a16="http://schemas.microsoft.com/office/drawing/2014/main" id="{E00E45C4-A08B-49B7-93D6-2FB924419D21}"/>
              </a:ext>
            </a:extLst>
          </p:cNvPr>
          <p:cNvPicPr>
            <a:picLocks xmlns:a="http://schemas.openxmlformats.org/drawingml/2006/main" noChangeAspect="1"/>
          </p:cNvPicPr>
          <p:nvPr/>
        </p:nvPicPr>
        <p:blipFill>
          <a:blip xmlns:r="http://schemas.openxmlformats.org/officeDocument/2006/relationships" xmlns:a="http://schemas.openxmlformats.org/drawingml/2006/main" r:embed="Rf97b86498cee4924"/>
          <a:stretch xmlns:a="http://schemas.openxmlformats.org/drawingml/2006/main"/>
        </p:blipFill>
        <p:spPr>
          <a:xfrm xmlns:a="http://schemas.openxmlformats.org/drawingml/2006/main">
            <a:off x="1635323" y="4324350"/>
            <a:ext cx="8159353" cy="2333625"/>
          </a:xfrm>
          <a:prstGeom xmlns:a="http://schemas.openxmlformats.org/drawingml/2006/main" prst="rect">
            <a:avLst/>
          </a:prstGeom>
        </p:spPr>
      </p:pic>
      <p:sp>
        <p:nvSpPr>
          <p:cNvPr id="199" name="">
            <a:extLst xmlns:a="http://schemas.openxmlformats.org/drawingml/2006/main">
              <a:ext uri="{FF2B5EF4-FFF2-40B4-BE49-F238E27FC236}">
                <a16:creationId xmlns:a16="http://schemas.microsoft.com/office/drawing/2014/main" id="{AAD01547-1352-4FFE-BB4A-785E6DBDFC19}"/>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9 / 19</a:t>
            </a:r>
          </a:p>
        </p:txBody>
      </p:sp>
    </p:spTree>
    <p:extLst>
      <p:ext uri="{BB962C8B-B14F-4D97-AF65-F5344CB8AC3E}">
        <p14:creationId xmlns:p14="http://schemas.microsoft.com/office/powerpoint/2010/main" val="100873145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95" name="Google Shape;195;g9504e29505_0_0">
            <a:extLst xmlns:a="http://schemas.openxmlformats.org/drawingml/2006/main">
              <a:ext uri="{FF2B5EF4-FFF2-40B4-BE49-F238E27FC236}">
                <a16:creationId xmlns:a16="http://schemas.microsoft.com/office/drawing/2014/main" id="{C4150F80-A390-4379-98E2-C818415589CE}"/>
              </a:ext>
            </a:extLst>
          </p:cNvPr>
          <p:cNvSpPr>
            <a:spLocks xmlns:a="http://schemas.openxmlformats.org/drawingml/2006/main" noGrp="1"/>
          </p:cNvSpPr>
          <p:nvPr>
            <p:ph type="title" idx="0"/>
          </p:nvPr>
        </p:nvSpPr>
        <p:spPr>
          <a:xfrm xmlns:a="http://schemas.openxmlformats.org/drawingml/2006/main">
            <a:off x="2619375" y="952500"/>
            <a:ext cx="8858250" cy="104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defPPr>
              <a:defRPr sz="2475">
                <a:solidFill>
                  <a:srgbClr val="FFFFFF"/>
                </a:solidFill>
              </a:defRPr>
            </a:defPPr>
            <a:lvl1pPr>
              <a:defRPr sz="2475">
                <a:solidFill>
                  <a:srgbClr val="FFFFFF"/>
                </a:solidFill>
              </a:defRPr>
            </a:lvl1pPr>
            <a:lvl2pPr>
              <a:defRPr sz="2475">
                <a:solidFill>
                  <a:srgbClr val="FFFFFF"/>
                </a:solidFill>
              </a:defRPr>
            </a:lvl2pPr>
            <a:lvl3pPr>
              <a:defRPr sz="2475">
                <a:solidFill>
                  <a:srgbClr val="FFFFFF"/>
                </a:solidFill>
              </a:defRPr>
            </a:lvl3pPr>
            <a:lvl4pPr>
              <a:defRPr sz="2475">
                <a:solidFill>
                  <a:srgbClr val="FFFFFF"/>
                </a:solidFill>
              </a:defRPr>
            </a:lvl4pPr>
            <a:lvl5pPr>
              <a:defRPr sz="2475">
                <a:solidFill>
                  <a:srgbClr val="FFFFFF"/>
                </a:solidFill>
              </a:defRPr>
            </a:lvl5pPr>
            <a:lvl6pPr>
              <a:defRPr sz="2475">
                <a:solidFill>
                  <a:srgbClr val="FFFFFF"/>
                </a:solidFill>
              </a:defRPr>
            </a:lvl6pPr>
            <a:lvl7pPr>
              <a:defRPr sz="2475">
                <a:solidFill>
                  <a:srgbClr val="FFFFFF"/>
                </a:solidFill>
              </a:defRPr>
            </a:lvl7pPr>
            <a:lvl8pPr>
              <a:defRPr sz="2475">
                <a:solidFill>
                  <a:srgbClr val="FFFFFF"/>
                </a:solidFill>
              </a:defRPr>
            </a:lvl8pPr>
            <a:lvl9pPr>
              <a:defRPr sz="2475">
                <a:solidFill>
                  <a:srgbClr val="FFFFFF"/>
                </a:solidFill>
              </a:defRPr>
            </a:lvl9pPr>
          </a:lstStyle>
          <a:p xmlns:a="http://schemas.openxmlformats.org/drawingml/2006/main">
            <a:pPr marL="0" lvl="0" indent="0" algn="r">
              <a:lnSpc>
                <a:spcPct val="90000"/>
              </a:lnSpc>
              <a:spcBef>
                <a:spcPts val="0"/>
              </a:spcBef>
              <a:spcAft>
                <a:spcPts val="0"/>
              </a:spcAft>
              <a:buSzPts val="1800"/>
              <a:buNone/>
              <a:defRPr sz="2475">
                <a:solidFill>
                  <a:srgbClr val="FFFFFF"/>
                </a:solidFill>
              </a:defRPr>
            </a:pPr>
            <a:r>
              <a:rPr sz="2475">
                <a:solidFill>
                  <a:srgbClr val="FFFFFF"/>
                </a:solidFill>
              </a:rPr>
              <a:t>Is signed overflow rejected?</a:t>
            </a:r>
            <a:endParaRPr/>
          </a:p>
        </p:txBody>
      </p:sp>
      <p:sp>
        <p:nvSpPr>
          <p:cNvPr id="196" name="Google Shape;196;g9504e29505_0_0">
            <a:extLst xmlns:a="http://schemas.openxmlformats.org/drawingml/2006/main">
              <a:ext uri="{FF2B5EF4-FFF2-40B4-BE49-F238E27FC236}">
                <a16:creationId xmlns:a16="http://schemas.microsoft.com/office/drawing/2014/main" id="{8352C99C-7010-4766-A411-E3519BBCBC02}"/>
              </a:ext>
            </a:extLst>
          </p:cNvPr>
          <p:cNvSpPr>
            <a:spLocks xmlns:a="http://schemas.openxmlformats.org/drawingml/2006/main" noGrp="1"/>
          </p:cNvSpPr>
          <p:nvPr>
            <p:ph type="body" idx="1"/>
          </p:nvPr>
        </p:nvSpPr>
        <p:spPr>
          <a:xfrm xmlns:a="http://schemas.openxmlformats.org/drawingml/2006/main">
            <a:off x="685800" y="2095500"/>
            <a:ext cx="10287000" cy="2143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defPPr>
              <a:defRPr sz="1725">
                <a:solidFill>
                  <a:srgbClr val="FFFFFF"/>
                </a:solidFill>
              </a:defRPr>
            </a:defPPr>
            <a:lvl1pPr>
              <a:defRPr sz="1725">
                <a:solidFill>
                  <a:srgbClr val="FFFFFF"/>
                </a:solidFill>
              </a:defRPr>
            </a:lvl1pPr>
            <a:lvl2pPr>
              <a:defRPr sz="1725">
                <a:solidFill>
                  <a:srgbClr val="FFFFFF"/>
                </a:solidFill>
              </a:defRPr>
            </a:lvl2pPr>
            <a:lvl3pPr>
              <a:defRPr sz="1725">
                <a:solidFill>
                  <a:srgbClr val="FFFFFF"/>
                </a:solidFill>
              </a:defRPr>
            </a:lvl3pPr>
            <a:lvl4pPr>
              <a:defRPr sz="1725">
                <a:solidFill>
                  <a:srgbClr val="FFFFFF"/>
                </a:solidFill>
              </a:defRPr>
            </a:lvl4pPr>
            <a:lvl5pPr>
              <a:defRPr sz="1725">
                <a:solidFill>
                  <a:srgbClr val="FFFFFF"/>
                </a:solidFill>
              </a:defRPr>
            </a:lvl5pPr>
            <a:lvl6pPr>
              <a:defRPr sz="1725">
                <a:solidFill>
                  <a:srgbClr val="FFFFFF"/>
                </a:solidFill>
              </a:defRPr>
            </a:lvl6pPr>
            <a:lvl7pPr>
              <a:defRPr sz="1725">
                <a:solidFill>
                  <a:srgbClr val="FFFFFF"/>
                </a:solidFill>
              </a:defRPr>
            </a:lvl7pPr>
            <a:lvl8pPr>
              <a:defRPr sz="1725">
                <a:solidFill>
                  <a:srgbClr val="FFFFFF"/>
                </a:solidFill>
              </a:defRPr>
            </a:lvl8pPr>
            <a:lvl9pPr>
              <a:defRPr sz="1725">
                <a:solidFill>
                  <a:srgbClr val="FFFFFF"/>
                </a:solidFill>
              </a:defRPr>
            </a:lvl9pPr>
          </a:lstStyle>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Negative test • STD-002-CPP</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Input: add_numbers&lt;int&gt;(INT_MAX, 1, 1UL, result)</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Expected: false; result remains INT_MAX</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Observed: PASS; both return value and result assertions passed.</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EXPECT_FALSE(success); EXPECT_EQ(result, maximum);</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Extend: verify a later iteration rejects overflow; add UBSan.</a:t>
            </a:r>
            <a:endParaRPr/>
          </a:p>
        </p:txBody>
      </p:sp>
      <p:pic>
        <p:nvPicPr>
          <p:cNvPr id="197" name="Google Shape;197;g9504e29505_0_0">
            <a:extLst xmlns:a="http://schemas.openxmlformats.org/drawingml/2006/main">
              <a:ext uri="{FF2B5EF4-FFF2-40B4-BE49-F238E27FC236}">
                <a16:creationId xmlns:a16="http://schemas.microsoft.com/office/drawing/2014/main" id="{7DB69F09-D3DB-4A38-A806-B2738DFF7068}"/>
              </a:ext>
            </a:extLst>
          </p:cNvPr>
          <p:cNvPicPr>
            <a:picLocks xmlns:a="http://schemas.openxmlformats.org/drawingml/2006/main" noChangeAspect="1"/>
          </p:cNvPicPr>
          <p:nvPr/>
        </p:nvPicPr>
        <p:blipFill>
          <a:blip xmlns:r="http://schemas.openxmlformats.org/officeDocument/2006/relationships" xmlns:a="http://schemas.openxmlformats.org/drawingml/2006/main" r:embed="Rec8ffdf242584f15">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pic>
        <p:nvPicPr>
          <p:cNvPr id="198" name="">
            <a:extLst xmlns:a="http://schemas.openxmlformats.org/drawingml/2006/main">
              <a:ext uri="{FF2B5EF4-FFF2-40B4-BE49-F238E27FC236}">
                <a16:creationId xmlns:a16="http://schemas.microsoft.com/office/drawing/2014/main" id="{BF52BA95-B985-4E6E-AD12-EA9E625DDF16}"/>
              </a:ext>
            </a:extLst>
          </p:cNvPr>
          <p:cNvPicPr>
            <a:picLocks xmlns:a="http://schemas.openxmlformats.org/drawingml/2006/main" noChangeAspect="1"/>
          </p:cNvPicPr>
          <p:nvPr/>
        </p:nvPicPr>
        <p:blipFill>
          <a:blip xmlns:r="http://schemas.openxmlformats.org/officeDocument/2006/relationships" xmlns:a="http://schemas.openxmlformats.org/drawingml/2006/main" r:embed="R46bb5a30371b48d1"/>
          <a:stretch xmlns:a="http://schemas.openxmlformats.org/drawingml/2006/main"/>
        </p:blipFill>
        <p:spPr>
          <a:xfrm xmlns:a="http://schemas.openxmlformats.org/drawingml/2006/main">
            <a:off x="1635323" y="4324350"/>
            <a:ext cx="8159353" cy="2333625"/>
          </a:xfrm>
          <a:prstGeom xmlns:a="http://schemas.openxmlformats.org/drawingml/2006/main" prst="rect">
            <a:avLst/>
          </a:prstGeom>
        </p:spPr>
      </p:pic>
      <p:sp>
        <p:nvSpPr>
          <p:cNvPr id="199" name="">
            <a:extLst xmlns:a="http://schemas.openxmlformats.org/drawingml/2006/main">
              <a:ext uri="{FF2B5EF4-FFF2-40B4-BE49-F238E27FC236}">
                <a16:creationId xmlns:a16="http://schemas.microsoft.com/office/drawing/2014/main" id="{17656E2C-8F02-4B8A-8F7D-30099B0B615B}"/>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10 / 19</a:t>
            </a:r>
          </a:p>
        </p:txBody>
      </p:sp>
    </p:spTree>
    <p:extLst>
      <p:ext uri="{BB962C8B-B14F-4D97-AF65-F5344CB8AC3E}">
        <p14:creationId xmlns:p14="http://schemas.microsoft.com/office/powerpoint/2010/main" val="100873145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95" name="Google Shape;195;g9504e29505_0_0">
            <a:extLst xmlns:a="http://schemas.openxmlformats.org/drawingml/2006/main">
              <a:ext uri="{FF2B5EF4-FFF2-40B4-BE49-F238E27FC236}">
                <a16:creationId xmlns:a16="http://schemas.microsoft.com/office/drawing/2014/main" id="{C4150F80-A390-4379-98E2-C818415589CE}"/>
              </a:ext>
            </a:extLst>
          </p:cNvPr>
          <p:cNvSpPr>
            <a:spLocks xmlns:a="http://schemas.openxmlformats.org/drawingml/2006/main" noGrp="1"/>
          </p:cNvSpPr>
          <p:nvPr>
            <p:ph type="title" idx="0"/>
          </p:nvPr>
        </p:nvSpPr>
        <p:spPr>
          <a:xfrm xmlns:a="http://schemas.openxmlformats.org/drawingml/2006/main">
            <a:off x="2619375" y="952500"/>
            <a:ext cx="8858250" cy="104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defPPr>
              <a:defRPr sz="2475">
                <a:solidFill>
                  <a:srgbClr val="FFFFFF"/>
                </a:solidFill>
              </a:defRPr>
            </a:defPPr>
            <a:lvl1pPr>
              <a:defRPr sz="2475">
                <a:solidFill>
                  <a:srgbClr val="FFFFFF"/>
                </a:solidFill>
              </a:defRPr>
            </a:lvl1pPr>
            <a:lvl2pPr>
              <a:defRPr sz="2475">
                <a:solidFill>
                  <a:srgbClr val="FFFFFF"/>
                </a:solidFill>
              </a:defRPr>
            </a:lvl2pPr>
            <a:lvl3pPr>
              <a:defRPr sz="2475">
                <a:solidFill>
                  <a:srgbClr val="FFFFFF"/>
                </a:solidFill>
              </a:defRPr>
            </a:lvl3pPr>
            <a:lvl4pPr>
              <a:defRPr sz="2475">
                <a:solidFill>
                  <a:srgbClr val="FFFFFF"/>
                </a:solidFill>
              </a:defRPr>
            </a:lvl4pPr>
            <a:lvl5pPr>
              <a:defRPr sz="2475">
                <a:solidFill>
                  <a:srgbClr val="FFFFFF"/>
                </a:solidFill>
              </a:defRPr>
            </a:lvl5pPr>
            <a:lvl6pPr>
              <a:defRPr sz="2475">
                <a:solidFill>
                  <a:srgbClr val="FFFFFF"/>
                </a:solidFill>
              </a:defRPr>
            </a:lvl6pPr>
            <a:lvl7pPr>
              <a:defRPr sz="2475">
                <a:solidFill>
                  <a:srgbClr val="FFFFFF"/>
                </a:solidFill>
              </a:defRPr>
            </a:lvl7pPr>
            <a:lvl8pPr>
              <a:defRPr sz="2475">
                <a:solidFill>
                  <a:srgbClr val="FFFFFF"/>
                </a:solidFill>
              </a:defRPr>
            </a:lvl8pPr>
            <a:lvl9pPr>
              <a:defRPr sz="2475">
                <a:solidFill>
                  <a:srgbClr val="FFFFFF"/>
                </a:solidFill>
              </a:defRPr>
            </a:lvl9pPr>
          </a:lstStyle>
          <a:p xmlns:a="http://schemas.openxmlformats.org/drawingml/2006/main">
            <a:pPr marL="0" lvl="0" indent="0" algn="r">
              <a:lnSpc>
                <a:spcPct val="90000"/>
              </a:lnSpc>
              <a:spcBef>
                <a:spcPts val="0"/>
              </a:spcBef>
              <a:spcAft>
                <a:spcPts val="0"/>
              </a:spcAft>
              <a:buSzPts val="1800"/>
              <a:buNone/>
              <a:defRPr sz="2475">
                <a:solidFill>
                  <a:srgbClr val="FFFFFF"/>
                </a:solidFill>
              </a:defRPr>
            </a:pPr>
            <a:r>
              <a:rPr sz="2475">
                <a:solidFill>
                  <a:srgbClr val="FFFFFF"/>
                </a:solidFill>
              </a:rPr>
              <a:t>Is signed underflow rejected?</a:t>
            </a:r>
            <a:endParaRPr/>
          </a:p>
        </p:txBody>
      </p:sp>
      <p:sp>
        <p:nvSpPr>
          <p:cNvPr id="196" name="Google Shape;196;g9504e29505_0_0">
            <a:extLst xmlns:a="http://schemas.openxmlformats.org/drawingml/2006/main">
              <a:ext uri="{FF2B5EF4-FFF2-40B4-BE49-F238E27FC236}">
                <a16:creationId xmlns:a16="http://schemas.microsoft.com/office/drawing/2014/main" id="{8352C99C-7010-4766-A411-E3519BBCBC02}"/>
              </a:ext>
            </a:extLst>
          </p:cNvPr>
          <p:cNvSpPr>
            <a:spLocks xmlns:a="http://schemas.openxmlformats.org/drawingml/2006/main" noGrp="1"/>
          </p:cNvSpPr>
          <p:nvPr>
            <p:ph type="body" idx="1"/>
          </p:nvPr>
        </p:nvSpPr>
        <p:spPr>
          <a:xfrm xmlns:a="http://schemas.openxmlformats.org/drawingml/2006/main">
            <a:off x="685800" y="2095500"/>
            <a:ext cx="10287000" cy="2143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defPPr>
              <a:defRPr sz="1725">
                <a:solidFill>
                  <a:srgbClr val="FFFFFF"/>
                </a:solidFill>
              </a:defRPr>
            </a:defPPr>
            <a:lvl1pPr>
              <a:defRPr sz="1725">
                <a:solidFill>
                  <a:srgbClr val="FFFFFF"/>
                </a:solidFill>
              </a:defRPr>
            </a:lvl1pPr>
            <a:lvl2pPr>
              <a:defRPr sz="1725">
                <a:solidFill>
                  <a:srgbClr val="FFFFFF"/>
                </a:solidFill>
              </a:defRPr>
            </a:lvl2pPr>
            <a:lvl3pPr>
              <a:defRPr sz="1725">
                <a:solidFill>
                  <a:srgbClr val="FFFFFF"/>
                </a:solidFill>
              </a:defRPr>
            </a:lvl3pPr>
            <a:lvl4pPr>
              <a:defRPr sz="1725">
                <a:solidFill>
                  <a:srgbClr val="FFFFFF"/>
                </a:solidFill>
              </a:defRPr>
            </a:lvl4pPr>
            <a:lvl5pPr>
              <a:defRPr sz="1725">
                <a:solidFill>
                  <a:srgbClr val="FFFFFF"/>
                </a:solidFill>
              </a:defRPr>
            </a:lvl5pPr>
            <a:lvl6pPr>
              <a:defRPr sz="1725">
                <a:solidFill>
                  <a:srgbClr val="FFFFFF"/>
                </a:solidFill>
              </a:defRPr>
            </a:lvl6pPr>
            <a:lvl7pPr>
              <a:defRPr sz="1725">
                <a:solidFill>
                  <a:srgbClr val="FFFFFF"/>
                </a:solidFill>
              </a:defRPr>
            </a:lvl7pPr>
            <a:lvl8pPr>
              <a:defRPr sz="1725">
                <a:solidFill>
                  <a:srgbClr val="FFFFFF"/>
                </a:solidFill>
              </a:defRPr>
            </a:lvl8pPr>
            <a:lvl9pPr>
              <a:defRPr sz="1725">
                <a:solidFill>
                  <a:srgbClr val="FFFFFF"/>
                </a:solidFill>
              </a:defRPr>
            </a:lvl9pPr>
          </a:lstStyle>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Negative test • STD-002-CPP</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Input: add_numbers&lt;int&gt;(INT_MIN, -1, 1UL, result)</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Expected: false; result remains INT_MIN</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Observed: PASS; both return value and result assertions passed.</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EXPECT_FALSE(success); EXPECT_EQ(result, minimum);</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Extend: test mixed signs and negative increment boundaries.</a:t>
            </a:r>
            <a:endParaRPr/>
          </a:p>
        </p:txBody>
      </p:sp>
      <p:pic>
        <p:nvPicPr>
          <p:cNvPr id="197" name="Google Shape;197;g9504e29505_0_0">
            <a:extLst xmlns:a="http://schemas.openxmlformats.org/drawingml/2006/main">
              <a:ext uri="{FF2B5EF4-FFF2-40B4-BE49-F238E27FC236}">
                <a16:creationId xmlns:a16="http://schemas.microsoft.com/office/drawing/2014/main" id="{7DB69F09-D3DB-4A38-A806-B2738DFF7068}"/>
              </a:ext>
            </a:extLst>
          </p:cNvPr>
          <p:cNvPicPr>
            <a:picLocks xmlns:a="http://schemas.openxmlformats.org/drawingml/2006/main" noChangeAspect="1"/>
          </p:cNvPicPr>
          <p:nvPr/>
        </p:nvPicPr>
        <p:blipFill>
          <a:blip xmlns:r="http://schemas.openxmlformats.org/officeDocument/2006/relationships" xmlns:a="http://schemas.openxmlformats.org/drawingml/2006/main" r:embed="R4c671a0ff31f47ee">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pic>
        <p:nvPicPr>
          <p:cNvPr id="198" name="">
            <a:extLst xmlns:a="http://schemas.openxmlformats.org/drawingml/2006/main">
              <a:ext uri="{FF2B5EF4-FFF2-40B4-BE49-F238E27FC236}">
                <a16:creationId xmlns:a16="http://schemas.microsoft.com/office/drawing/2014/main" id="{504EFBDB-C562-4873-891E-BD66B3667B8E}"/>
              </a:ext>
            </a:extLst>
          </p:cNvPr>
          <p:cNvPicPr>
            <a:picLocks xmlns:a="http://schemas.openxmlformats.org/drawingml/2006/main" noChangeAspect="1"/>
          </p:cNvPicPr>
          <p:nvPr/>
        </p:nvPicPr>
        <p:blipFill>
          <a:blip xmlns:r="http://schemas.openxmlformats.org/officeDocument/2006/relationships" xmlns:a="http://schemas.openxmlformats.org/drawingml/2006/main" r:embed="R6c96039fa2504218"/>
          <a:stretch xmlns:a="http://schemas.openxmlformats.org/drawingml/2006/main"/>
        </p:blipFill>
        <p:spPr>
          <a:xfrm xmlns:a="http://schemas.openxmlformats.org/drawingml/2006/main">
            <a:off x="1635323" y="4324350"/>
            <a:ext cx="8159353" cy="2333625"/>
          </a:xfrm>
          <a:prstGeom xmlns:a="http://schemas.openxmlformats.org/drawingml/2006/main" prst="rect">
            <a:avLst/>
          </a:prstGeom>
        </p:spPr>
      </p:pic>
      <p:sp>
        <p:nvSpPr>
          <p:cNvPr id="199" name="">
            <a:extLst xmlns:a="http://schemas.openxmlformats.org/drawingml/2006/main">
              <a:ext uri="{FF2B5EF4-FFF2-40B4-BE49-F238E27FC236}">
                <a16:creationId xmlns:a16="http://schemas.microsoft.com/office/drawing/2014/main" id="{CF7FC6F7-484B-4EF4-8F40-F7C0F9751B9F}"/>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11 / 19</a:t>
            </a:r>
          </a:p>
        </p:txBody>
      </p:sp>
    </p:spTree>
    <p:extLst>
      <p:ext uri="{BB962C8B-B14F-4D97-AF65-F5344CB8AC3E}">
        <p14:creationId xmlns:p14="http://schemas.microsoft.com/office/powerpoint/2010/main" val="100873145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95" name="Google Shape;195;g9504e29505_0_0">
            <a:extLst xmlns:a="http://schemas.openxmlformats.org/drawingml/2006/main">
              <a:ext uri="{FF2B5EF4-FFF2-40B4-BE49-F238E27FC236}">
                <a16:creationId xmlns:a16="http://schemas.microsoft.com/office/drawing/2014/main" id="{C4150F80-A390-4379-98E2-C818415589CE}"/>
              </a:ext>
            </a:extLst>
          </p:cNvPr>
          <p:cNvSpPr>
            <a:spLocks xmlns:a="http://schemas.openxmlformats.org/drawingml/2006/main" noGrp="1"/>
          </p:cNvSpPr>
          <p:nvPr>
            <p:ph type="title" idx="0"/>
          </p:nvPr>
        </p:nvSpPr>
        <p:spPr>
          <a:xfrm xmlns:a="http://schemas.openxmlformats.org/drawingml/2006/main">
            <a:off x="2619375" y="952500"/>
            <a:ext cx="8858250" cy="104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defPPr>
              <a:defRPr sz="2475">
                <a:solidFill>
                  <a:srgbClr val="FFFFFF"/>
                </a:solidFill>
              </a:defRPr>
            </a:defPPr>
            <a:lvl1pPr>
              <a:defRPr sz="2475">
                <a:solidFill>
                  <a:srgbClr val="FFFFFF"/>
                </a:solidFill>
              </a:defRPr>
            </a:lvl1pPr>
            <a:lvl2pPr>
              <a:defRPr sz="2475">
                <a:solidFill>
                  <a:srgbClr val="FFFFFF"/>
                </a:solidFill>
              </a:defRPr>
            </a:lvl2pPr>
            <a:lvl3pPr>
              <a:defRPr sz="2475">
                <a:solidFill>
                  <a:srgbClr val="FFFFFF"/>
                </a:solidFill>
              </a:defRPr>
            </a:lvl3pPr>
            <a:lvl4pPr>
              <a:defRPr sz="2475">
                <a:solidFill>
                  <a:srgbClr val="FFFFFF"/>
                </a:solidFill>
              </a:defRPr>
            </a:lvl4pPr>
            <a:lvl5pPr>
              <a:defRPr sz="2475">
                <a:solidFill>
                  <a:srgbClr val="FFFFFF"/>
                </a:solidFill>
              </a:defRPr>
            </a:lvl5pPr>
            <a:lvl6pPr>
              <a:defRPr sz="2475">
                <a:solidFill>
                  <a:srgbClr val="FFFFFF"/>
                </a:solidFill>
              </a:defRPr>
            </a:lvl6pPr>
            <a:lvl7pPr>
              <a:defRPr sz="2475">
                <a:solidFill>
                  <a:srgbClr val="FFFFFF"/>
                </a:solidFill>
              </a:defRPr>
            </a:lvl7pPr>
            <a:lvl8pPr>
              <a:defRPr sz="2475">
                <a:solidFill>
                  <a:srgbClr val="FFFFFF"/>
                </a:solidFill>
              </a:defRPr>
            </a:lvl8pPr>
            <a:lvl9pPr>
              <a:defRPr sz="2475">
                <a:solidFill>
                  <a:srgbClr val="FFFFFF"/>
                </a:solidFill>
              </a:defRPr>
            </a:lvl9pPr>
          </a:lstStyle>
          <a:p xmlns:a="http://schemas.openxmlformats.org/drawingml/2006/main">
            <a:pPr marL="0" lvl="0" indent="0" algn="r">
              <a:lnSpc>
                <a:spcPct val="90000"/>
              </a:lnSpc>
              <a:spcBef>
                <a:spcPts val="0"/>
              </a:spcBef>
              <a:spcAft>
                <a:spcPts val="0"/>
              </a:spcAft>
              <a:buSzPts val="1800"/>
              <a:buNone/>
              <a:defRPr sz="2475">
                <a:solidFill>
                  <a:srgbClr val="FFFFFF"/>
                </a:solidFill>
              </a:defRPr>
            </a:pPr>
            <a:r>
              <a:rPr sz="2475">
                <a:solidFill>
                  <a:srgbClr val="FFFFFF"/>
                </a:solidFill>
              </a:rPr>
              <a:t>Does safe subtraction return 10?</a:t>
            </a:r>
            <a:endParaRPr/>
          </a:p>
        </p:txBody>
      </p:sp>
      <p:sp>
        <p:nvSpPr>
          <p:cNvPr id="196" name="Google Shape;196;g9504e29505_0_0">
            <a:extLst xmlns:a="http://schemas.openxmlformats.org/drawingml/2006/main">
              <a:ext uri="{FF2B5EF4-FFF2-40B4-BE49-F238E27FC236}">
                <a16:creationId xmlns:a16="http://schemas.microsoft.com/office/drawing/2014/main" id="{8352C99C-7010-4766-A411-E3519BBCBC02}"/>
              </a:ext>
            </a:extLst>
          </p:cNvPr>
          <p:cNvSpPr>
            <a:spLocks xmlns:a="http://schemas.openxmlformats.org/drawingml/2006/main" noGrp="1"/>
          </p:cNvSpPr>
          <p:nvPr>
            <p:ph type="body" idx="1"/>
          </p:nvPr>
        </p:nvSpPr>
        <p:spPr>
          <a:xfrm xmlns:a="http://schemas.openxmlformats.org/drawingml/2006/main">
            <a:off x="685800" y="2095500"/>
            <a:ext cx="10287000" cy="2143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defPPr>
              <a:defRPr sz="1725">
                <a:solidFill>
                  <a:srgbClr val="FFFFFF"/>
                </a:solidFill>
              </a:defRPr>
            </a:defPPr>
            <a:lvl1pPr>
              <a:defRPr sz="1725">
                <a:solidFill>
                  <a:srgbClr val="FFFFFF"/>
                </a:solidFill>
              </a:defRPr>
            </a:lvl1pPr>
            <a:lvl2pPr>
              <a:defRPr sz="1725">
                <a:solidFill>
                  <a:srgbClr val="FFFFFF"/>
                </a:solidFill>
              </a:defRPr>
            </a:lvl2pPr>
            <a:lvl3pPr>
              <a:defRPr sz="1725">
                <a:solidFill>
                  <a:srgbClr val="FFFFFF"/>
                </a:solidFill>
              </a:defRPr>
            </a:lvl3pPr>
            <a:lvl4pPr>
              <a:defRPr sz="1725">
                <a:solidFill>
                  <a:srgbClr val="FFFFFF"/>
                </a:solidFill>
              </a:defRPr>
            </a:lvl4pPr>
            <a:lvl5pPr>
              <a:defRPr sz="1725">
                <a:solidFill>
                  <a:srgbClr val="FFFFFF"/>
                </a:solidFill>
              </a:defRPr>
            </a:lvl5pPr>
            <a:lvl6pPr>
              <a:defRPr sz="1725">
                <a:solidFill>
                  <a:srgbClr val="FFFFFF"/>
                </a:solidFill>
              </a:defRPr>
            </a:lvl6pPr>
            <a:lvl7pPr>
              <a:defRPr sz="1725">
                <a:solidFill>
                  <a:srgbClr val="FFFFFF"/>
                </a:solidFill>
              </a:defRPr>
            </a:lvl7pPr>
            <a:lvl8pPr>
              <a:defRPr sz="1725">
                <a:solidFill>
                  <a:srgbClr val="FFFFFF"/>
                </a:solidFill>
              </a:defRPr>
            </a:lvl8pPr>
            <a:lvl9pPr>
              <a:defRPr sz="1725">
                <a:solidFill>
                  <a:srgbClr val="FFFFFF"/>
                </a:solidFill>
              </a:defRPr>
            </a:lvl9pPr>
          </a:lstStyle>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Positive test • numeric safety extension</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Input: subtract_numbers&lt;int&gt;(20, 10, 1UL, result)</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Expected: true; result = 10</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Observed: PASS; both return value and result assertions passed.</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EXPECT_TRUE(success); EXPECT_EQ(result, 10);</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Extend: test an exact-zero result and repeated subtraction.</a:t>
            </a:r>
            <a:endParaRPr/>
          </a:p>
        </p:txBody>
      </p:sp>
      <p:pic>
        <p:nvPicPr>
          <p:cNvPr id="197" name="Google Shape;197;g9504e29505_0_0">
            <a:extLst xmlns:a="http://schemas.openxmlformats.org/drawingml/2006/main">
              <a:ext uri="{FF2B5EF4-FFF2-40B4-BE49-F238E27FC236}">
                <a16:creationId xmlns:a16="http://schemas.microsoft.com/office/drawing/2014/main" id="{7DB69F09-D3DB-4A38-A806-B2738DFF7068}"/>
              </a:ext>
            </a:extLst>
          </p:cNvPr>
          <p:cNvPicPr>
            <a:picLocks xmlns:a="http://schemas.openxmlformats.org/drawingml/2006/main" noChangeAspect="1"/>
          </p:cNvPicPr>
          <p:nvPr/>
        </p:nvPicPr>
        <p:blipFill>
          <a:blip xmlns:r="http://schemas.openxmlformats.org/officeDocument/2006/relationships" xmlns:a="http://schemas.openxmlformats.org/drawingml/2006/main" r:embed="Rdfcc3fd093d74022">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pic>
        <p:nvPicPr>
          <p:cNvPr id="198" name="">
            <a:extLst xmlns:a="http://schemas.openxmlformats.org/drawingml/2006/main">
              <a:ext uri="{FF2B5EF4-FFF2-40B4-BE49-F238E27FC236}">
                <a16:creationId xmlns:a16="http://schemas.microsoft.com/office/drawing/2014/main" id="{05538756-16D2-4E34-92CB-7B6C310A8936}"/>
              </a:ext>
            </a:extLst>
          </p:cNvPr>
          <p:cNvPicPr>
            <a:picLocks xmlns:a="http://schemas.openxmlformats.org/drawingml/2006/main" noChangeAspect="1"/>
          </p:cNvPicPr>
          <p:nvPr/>
        </p:nvPicPr>
        <p:blipFill>
          <a:blip xmlns:r="http://schemas.openxmlformats.org/officeDocument/2006/relationships" xmlns:a="http://schemas.openxmlformats.org/drawingml/2006/main" r:embed="R2f189dbd00f545b8"/>
          <a:stretch xmlns:a="http://schemas.openxmlformats.org/drawingml/2006/main"/>
        </p:blipFill>
        <p:spPr>
          <a:xfrm xmlns:a="http://schemas.openxmlformats.org/drawingml/2006/main">
            <a:off x="1635323" y="4324350"/>
            <a:ext cx="8159353" cy="2333625"/>
          </a:xfrm>
          <a:prstGeom xmlns:a="http://schemas.openxmlformats.org/drawingml/2006/main" prst="rect">
            <a:avLst/>
          </a:prstGeom>
        </p:spPr>
      </p:pic>
      <p:sp>
        <p:nvSpPr>
          <p:cNvPr id="199" name="">
            <a:extLst xmlns:a="http://schemas.openxmlformats.org/drawingml/2006/main">
              <a:ext uri="{FF2B5EF4-FFF2-40B4-BE49-F238E27FC236}">
                <a16:creationId xmlns:a16="http://schemas.microsoft.com/office/drawing/2014/main" id="{6ABEE3E8-FE50-4AEC-99D2-84912C8F3669}"/>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12 / 19</a:t>
            </a:r>
          </a:p>
        </p:txBody>
      </p:sp>
    </p:spTree>
    <p:extLst>
      <p:ext uri="{BB962C8B-B14F-4D97-AF65-F5344CB8AC3E}">
        <p14:creationId xmlns:p14="http://schemas.microsoft.com/office/powerpoint/2010/main" val="100873145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95" name="Google Shape;195;g9504e29505_0_0">
            <a:extLst xmlns:a="http://schemas.openxmlformats.org/drawingml/2006/main">
              <a:ext uri="{FF2B5EF4-FFF2-40B4-BE49-F238E27FC236}">
                <a16:creationId xmlns:a16="http://schemas.microsoft.com/office/drawing/2014/main" id="{C4150F80-A390-4379-98E2-C818415589CE}"/>
              </a:ext>
            </a:extLst>
          </p:cNvPr>
          <p:cNvSpPr>
            <a:spLocks xmlns:a="http://schemas.openxmlformats.org/drawingml/2006/main" noGrp="1"/>
          </p:cNvSpPr>
          <p:nvPr>
            <p:ph type="title" idx="0"/>
          </p:nvPr>
        </p:nvSpPr>
        <p:spPr>
          <a:xfrm xmlns:a="http://schemas.openxmlformats.org/drawingml/2006/main">
            <a:off x="2619375" y="952500"/>
            <a:ext cx="8858250" cy="104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defPPr>
              <a:defRPr sz="2475">
                <a:solidFill>
                  <a:srgbClr val="FFFFFF"/>
                </a:solidFill>
              </a:defRPr>
            </a:defPPr>
            <a:lvl1pPr>
              <a:defRPr sz="2475">
                <a:solidFill>
                  <a:srgbClr val="FFFFFF"/>
                </a:solidFill>
              </a:defRPr>
            </a:lvl1pPr>
            <a:lvl2pPr>
              <a:defRPr sz="2475">
                <a:solidFill>
                  <a:srgbClr val="FFFFFF"/>
                </a:solidFill>
              </a:defRPr>
            </a:lvl2pPr>
            <a:lvl3pPr>
              <a:defRPr sz="2475">
                <a:solidFill>
                  <a:srgbClr val="FFFFFF"/>
                </a:solidFill>
              </a:defRPr>
            </a:lvl3pPr>
            <a:lvl4pPr>
              <a:defRPr sz="2475">
                <a:solidFill>
                  <a:srgbClr val="FFFFFF"/>
                </a:solidFill>
              </a:defRPr>
            </a:lvl4pPr>
            <a:lvl5pPr>
              <a:defRPr sz="2475">
                <a:solidFill>
                  <a:srgbClr val="FFFFFF"/>
                </a:solidFill>
              </a:defRPr>
            </a:lvl5pPr>
            <a:lvl6pPr>
              <a:defRPr sz="2475">
                <a:solidFill>
                  <a:srgbClr val="FFFFFF"/>
                </a:solidFill>
              </a:defRPr>
            </a:lvl6pPr>
            <a:lvl7pPr>
              <a:defRPr sz="2475">
                <a:solidFill>
                  <a:srgbClr val="FFFFFF"/>
                </a:solidFill>
              </a:defRPr>
            </a:lvl7pPr>
            <a:lvl8pPr>
              <a:defRPr sz="2475">
                <a:solidFill>
                  <a:srgbClr val="FFFFFF"/>
                </a:solidFill>
              </a:defRPr>
            </a:lvl8pPr>
            <a:lvl9pPr>
              <a:defRPr sz="2475">
                <a:solidFill>
                  <a:srgbClr val="FFFFFF"/>
                </a:solidFill>
              </a:defRPr>
            </a:lvl9pPr>
          </a:lstStyle>
          <a:p xmlns:a="http://schemas.openxmlformats.org/drawingml/2006/main">
            <a:pPr marL="0" lvl="0" indent="0" algn="r">
              <a:lnSpc>
                <a:spcPct val="90000"/>
              </a:lnSpc>
              <a:spcBef>
                <a:spcPts val="0"/>
              </a:spcBef>
              <a:spcAft>
                <a:spcPts val="0"/>
              </a:spcAft>
              <a:buSzPts val="1800"/>
              <a:buNone/>
              <a:defRPr sz="2475">
                <a:solidFill>
                  <a:srgbClr val="FFFFFF"/>
                </a:solidFill>
              </a:defRPr>
            </a:pPr>
            <a:r>
              <a:rPr sz="2475">
                <a:solidFill>
                  <a:srgbClr val="FFFFFF"/>
                </a:solidFill>
              </a:rPr>
              <a:t>Is unsigned wraparound rejected?</a:t>
            </a:r>
            <a:endParaRPr/>
          </a:p>
        </p:txBody>
      </p:sp>
      <p:sp>
        <p:nvSpPr>
          <p:cNvPr id="196" name="Google Shape;196;g9504e29505_0_0">
            <a:extLst xmlns:a="http://schemas.openxmlformats.org/drawingml/2006/main">
              <a:ext uri="{FF2B5EF4-FFF2-40B4-BE49-F238E27FC236}">
                <a16:creationId xmlns:a16="http://schemas.microsoft.com/office/drawing/2014/main" id="{8352C99C-7010-4766-A411-E3519BBCBC02}"/>
              </a:ext>
            </a:extLst>
          </p:cNvPr>
          <p:cNvSpPr>
            <a:spLocks xmlns:a="http://schemas.openxmlformats.org/drawingml/2006/main" noGrp="1"/>
          </p:cNvSpPr>
          <p:nvPr>
            <p:ph type="body" idx="1"/>
          </p:nvPr>
        </p:nvSpPr>
        <p:spPr>
          <a:xfrm xmlns:a="http://schemas.openxmlformats.org/drawingml/2006/main">
            <a:off x="685800" y="2095500"/>
            <a:ext cx="10287000" cy="2143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defPPr>
              <a:defRPr sz="1725">
                <a:solidFill>
                  <a:srgbClr val="FFFFFF"/>
                </a:solidFill>
              </a:defRPr>
            </a:defPPr>
            <a:lvl1pPr>
              <a:defRPr sz="1725">
                <a:solidFill>
                  <a:srgbClr val="FFFFFF"/>
                </a:solidFill>
              </a:defRPr>
            </a:lvl1pPr>
            <a:lvl2pPr>
              <a:defRPr sz="1725">
                <a:solidFill>
                  <a:srgbClr val="FFFFFF"/>
                </a:solidFill>
              </a:defRPr>
            </a:lvl2pPr>
            <a:lvl3pPr>
              <a:defRPr sz="1725">
                <a:solidFill>
                  <a:srgbClr val="FFFFFF"/>
                </a:solidFill>
              </a:defRPr>
            </a:lvl3pPr>
            <a:lvl4pPr>
              <a:defRPr sz="1725">
                <a:solidFill>
                  <a:srgbClr val="FFFFFF"/>
                </a:solidFill>
              </a:defRPr>
            </a:lvl4pPr>
            <a:lvl5pPr>
              <a:defRPr sz="1725">
                <a:solidFill>
                  <a:srgbClr val="FFFFFF"/>
                </a:solidFill>
              </a:defRPr>
            </a:lvl5pPr>
            <a:lvl6pPr>
              <a:defRPr sz="1725">
                <a:solidFill>
                  <a:srgbClr val="FFFFFF"/>
                </a:solidFill>
              </a:defRPr>
            </a:lvl6pPr>
            <a:lvl7pPr>
              <a:defRPr sz="1725">
                <a:solidFill>
                  <a:srgbClr val="FFFFFF"/>
                </a:solidFill>
              </a:defRPr>
            </a:lvl7pPr>
            <a:lvl8pPr>
              <a:defRPr sz="1725">
                <a:solidFill>
                  <a:srgbClr val="FFFFFF"/>
                </a:solidFill>
              </a:defRPr>
            </a:lvl8pPr>
            <a:lvl9pPr>
              <a:defRPr sz="1725">
                <a:solidFill>
                  <a:srgbClr val="FFFFFF"/>
                </a:solidFill>
              </a:defRPr>
            </a:lvl9pPr>
          </a:lstStyle>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Negative test • numeric safety extension</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Input: subtract_numbers&lt;unsigned int&gt;(0U, 1U, 1UL, result)</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Expected: false; result remains 0U</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Observed: PASS; both return value and result assertions passed.</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EXPECT_FALSE(success); EXPECT_EQ(result, 0U);</a:t>
            </a:r>
            <a:endParaRPr/>
          </a:p>
          <a:p xmlns:a="http://schemas.openxmlformats.org/drawingml/2006/main">
            <a:pPr marL="0" lvl="0" indent="0" algn="l">
              <a:lnSpc>
                <a:spcPct val="90000"/>
              </a:lnSpc>
              <a:spcBef>
                <a:spcPts val="1000"/>
              </a:spcBef>
              <a:spcAft>
                <a:spcPts val="0"/>
              </a:spcAft>
              <a:buSzPts val="1800"/>
              <a:buNone/>
              <a:defRPr sz="1725">
                <a:solidFill>
                  <a:srgbClr val="FFFFFF"/>
                </a:solidFill>
              </a:defRPr>
            </a:pPr>
            <a:r>
              <a:rPr sz="1725">
                <a:solidFill>
                  <a:srgbClr val="FFFFFF"/>
                </a:solidFill>
              </a:rPr>
              <a:t>Extend: define operand constraints and test unsigned boundaries.</a:t>
            </a:r>
            <a:endParaRPr/>
          </a:p>
        </p:txBody>
      </p:sp>
      <p:pic>
        <p:nvPicPr>
          <p:cNvPr id="197" name="Google Shape;197;g9504e29505_0_0">
            <a:extLst xmlns:a="http://schemas.openxmlformats.org/drawingml/2006/main">
              <a:ext uri="{FF2B5EF4-FFF2-40B4-BE49-F238E27FC236}">
                <a16:creationId xmlns:a16="http://schemas.microsoft.com/office/drawing/2014/main" id="{7DB69F09-D3DB-4A38-A806-B2738DFF7068}"/>
              </a:ext>
            </a:extLst>
          </p:cNvPr>
          <p:cNvPicPr>
            <a:picLocks xmlns:a="http://schemas.openxmlformats.org/drawingml/2006/main" noChangeAspect="1"/>
          </p:cNvPicPr>
          <p:nvPr/>
        </p:nvPicPr>
        <p:blipFill>
          <a:blip xmlns:r="http://schemas.openxmlformats.org/officeDocument/2006/relationships" xmlns:a="http://schemas.openxmlformats.org/drawingml/2006/main" r:embed="R26a55ccfcf194d8c">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pic>
        <p:nvPicPr>
          <p:cNvPr id="198" name="">
            <a:extLst xmlns:a="http://schemas.openxmlformats.org/drawingml/2006/main">
              <a:ext uri="{FF2B5EF4-FFF2-40B4-BE49-F238E27FC236}">
                <a16:creationId xmlns:a16="http://schemas.microsoft.com/office/drawing/2014/main" id="{B6B6A0FC-E857-4FA7-8AD8-A61F54B60939}"/>
              </a:ext>
            </a:extLst>
          </p:cNvPr>
          <p:cNvPicPr>
            <a:picLocks xmlns:a="http://schemas.openxmlformats.org/drawingml/2006/main" noChangeAspect="1"/>
          </p:cNvPicPr>
          <p:nvPr/>
        </p:nvPicPr>
        <p:blipFill>
          <a:blip xmlns:r="http://schemas.openxmlformats.org/officeDocument/2006/relationships" xmlns:a="http://schemas.openxmlformats.org/drawingml/2006/main" r:embed="R8eff7bfd68c64826"/>
          <a:stretch xmlns:a="http://schemas.openxmlformats.org/drawingml/2006/main"/>
        </p:blipFill>
        <p:spPr>
          <a:xfrm xmlns:a="http://schemas.openxmlformats.org/drawingml/2006/main">
            <a:off x="1635323" y="4324350"/>
            <a:ext cx="8159353" cy="2333625"/>
          </a:xfrm>
          <a:prstGeom xmlns:a="http://schemas.openxmlformats.org/drawingml/2006/main" prst="rect">
            <a:avLst/>
          </a:prstGeom>
        </p:spPr>
      </p:pic>
      <p:sp>
        <p:nvSpPr>
          <p:cNvPr id="199" name="">
            <a:extLst xmlns:a="http://schemas.openxmlformats.org/drawingml/2006/main">
              <a:ext uri="{FF2B5EF4-FFF2-40B4-BE49-F238E27FC236}">
                <a16:creationId xmlns:a16="http://schemas.microsoft.com/office/drawing/2014/main" id="{D949EEBF-0389-4CF6-B288-E5CF21F0D804}"/>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13 / 19</a:t>
            </a:r>
          </a:p>
        </p:txBody>
      </p:sp>
    </p:spTree>
    <p:extLst>
      <p:ext uri="{BB962C8B-B14F-4D97-AF65-F5344CB8AC3E}">
        <p14:creationId xmlns:p14="http://schemas.microsoft.com/office/powerpoint/2010/main" val="100873145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02" name="Google Shape;202;p9">
            <a:extLst xmlns:a="http://schemas.openxmlformats.org/drawingml/2006/main">
              <a:ext uri="{FF2B5EF4-FFF2-40B4-BE49-F238E27FC236}">
                <a16:creationId xmlns:a16="http://schemas.microsoft.com/office/drawing/2014/main" id="{6F79A69E-01F3-4E13-B21B-169D5873E3B3}"/>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r">
              <a:lnSpc>
                <a:spcPct val="90000"/>
              </a:lnSpc>
              <a:spcBef>
                <a:spcPts val="0"/>
              </a:spcBef>
              <a:spcAft>
                <a:spcPts val="0"/>
              </a:spcAft>
              <a:buClr>
                <a:schemeClr val="lt1"/>
              </a:buClr>
              <a:buSzPts val="4000"/>
              <a:buFont typeface="Century Gothic"/>
              <a:buNone/>
            </a:pPr>
            <a:r>
              <a:t>AUTOMATION SUMMARY</a:t>
            </a:r>
            <a:endParaRPr/>
          </a:p>
        </p:txBody>
      </p:sp>
      <p:pic>
        <p:nvPicPr>
          <p:cNvPr id="203" name="Google Shape;203;p9">
            <a:extLst xmlns:a="http://schemas.openxmlformats.org/drawingml/2006/main">
              <a:ext uri="{FF2B5EF4-FFF2-40B4-BE49-F238E27FC236}">
                <a16:creationId xmlns:a16="http://schemas.microsoft.com/office/drawing/2014/main" id="{6BB5C548-2745-4DDE-B961-E10DD26FDEC5}"/>
              </a:ext>
            </a:extLst>
          </p:cNvPr>
          <p:cNvPicPr>
            <a:picLocks xmlns:a="http://schemas.openxmlformats.org/drawingml/2006/main" noChangeAspect="1"/>
          </p:cNvPicPr>
          <p:nvPr>
            <p:ph type="body" idx="1"/>
          </p:nvPr>
        </p:nvPicPr>
        <p:blipFill rotWithShape="1">
          <a:blip xmlns:r="http://schemas.openxmlformats.org/officeDocument/2006/relationships" xmlns:a="http://schemas.openxmlformats.org/drawingml/2006/main" r:embed="R3f2988725ba948f4">
            <a:alphaModFix/>
          </a:blip>
          <a:srcRect xmlns:a="http://schemas.openxmlformats.org/drawingml/2006/main" l="0" t="0" r="0" b="0"/>
          <a:stretch xmlns:a="http://schemas.openxmlformats.org/drawingml/2006/main"/>
        </p:blipFill>
        <p:spPr>
          <a:xfrm xmlns:a="http://schemas.openxmlformats.org/drawingml/2006/main">
            <a:off x="2127250" y="2199481"/>
            <a:ext cx="7937500" cy="4013200"/>
          </a:xfrm>
          <a:prstGeom xmlns:a="http://schemas.openxmlformats.org/drawingml/2006/main" prst="rect">
            <a:avLst/>
          </a:prstGeom>
          <a:ln xmlns:a="http://schemas.openxmlformats.org/drawingml/2006/main">
            <a:noFill/>
          </a:ln>
        </p:spPr>
      </p:pic>
      <p:pic>
        <p:nvPicPr>
          <p:cNvPr id="204" name="Google Shape;204;p9">
            <a:extLst xmlns:a="http://schemas.openxmlformats.org/drawingml/2006/main">
              <a:ext uri="{FF2B5EF4-FFF2-40B4-BE49-F238E27FC236}">
                <a16:creationId xmlns:a16="http://schemas.microsoft.com/office/drawing/2014/main" id="{8705CDF3-23AC-4C62-B88B-97E35561F03F}"/>
              </a:ext>
            </a:extLst>
          </p:cNvPr>
          <p:cNvPicPr>
            <a:picLocks xmlns:a="http://schemas.openxmlformats.org/drawingml/2006/main" noChangeAspect="1"/>
          </p:cNvPicPr>
          <p:nvPr/>
        </p:nvPicPr>
        <p:blipFill>
          <a:blip xmlns:r="http://schemas.openxmlformats.org/officeDocument/2006/relationships" xmlns:a="http://schemas.openxmlformats.org/drawingml/2006/main" r:embed="R7825328b755c4f3a">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sp>
        <p:nvSpPr>
          <p:cNvPr id="205" name="">
            <a:extLst xmlns:a="http://schemas.openxmlformats.org/drawingml/2006/main">
              <a:ext uri="{FF2B5EF4-FFF2-40B4-BE49-F238E27FC236}">
                <a16:creationId xmlns:a16="http://schemas.microsoft.com/office/drawing/2014/main" id="{100B8248-E945-4EDC-B7A7-3303562C0A23}"/>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14 / 19</a:t>
            </a:r>
          </a:p>
        </p:txBody>
      </p:sp>
    </p:spTree>
    <p:extLst>
      <p:ext uri="{BB962C8B-B14F-4D97-AF65-F5344CB8AC3E}">
        <p14:creationId xmlns:p14="http://schemas.microsoft.com/office/powerpoint/2010/main" val="146688887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09" name="Google Shape;209;p10">
            <a:extLst xmlns:a="http://schemas.openxmlformats.org/drawingml/2006/main">
              <a:ext uri="{FF2B5EF4-FFF2-40B4-BE49-F238E27FC236}">
                <a16:creationId xmlns:a16="http://schemas.microsoft.com/office/drawing/2014/main" id="{40BACE94-B4A0-4897-9CB2-8D641927795C}"/>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r">
              <a:lnSpc>
                <a:spcPct val="90000"/>
              </a:lnSpc>
              <a:spcBef>
                <a:spcPts val="0"/>
              </a:spcBef>
              <a:spcAft>
                <a:spcPts val="0"/>
              </a:spcAft>
              <a:buClr>
                <a:schemeClr val="lt1"/>
              </a:buClr>
              <a:buSzPts val="4000"/>
              <a:buFont typeface="Century Gothic"/>
              <a:buNone/>
            </a:pPr>
            <a:r>
              <a:t>TOOLS</a:t>
            </a:r>
            <a:endParaRPr/>
          </a:p>
        </p:txBody>
      </p:sp>
      <p:sp>
        <p:nvSpPr>
          <p:cNvPr id="210" name="Google Shape;210;p10">
            <a:extLst xmlns:a="http://schemas.openxmlformats.org/drawingml/2006/main">
              <a:ext uri="{FF2B5EF4-FFF2-40B4-BE49-F238E27FC236}">
                <a16:creationId xmlns:a16="http://schemas.microsoft.com/office/drawing/2014/main" id="{A1012563-33C9-4719-A381-C3212FD19BEF}"/>
              </a:ext>
            </a:extLst>
          </p:cNvPr>
          <p:cNvSpPr>
            <a:spLocks xmlns:a="http://schemas.openxmlformats.org/drawingml/2006/main" noGrp="1"/>
          </p:cNvSpPr>
          <p:nvPr>
            <p:ph type="body" idx="1"/>
          </p:nvPr>
        </p:nvSpPr>
        <p:spPr>
          <a:xfrm xmlns:a="http://schemas.openxmlformats.org/drawingml/2006/main">
            <a:off x="685800" y="2190750"/>
            <a:ext cx="10191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defPPr>
              <a:defRPr sz="2025">
                <a:solidFill>
                  <a:srgbClr val="FFFFFF"/>
                </a:solidFill>
              </a:defRPr>
            </a:defPPr>
            <a:lvl1pPr>
              <a:defRPr sz="2025">
                <a:solidFill>
                  <a:srgbClr val="FFFFFF"/>
                </a:solidFill>
              </a:defRPr>
            </a:lvl1pPr>
            <a:lvl2pPr>
              <a:defRPr sz="2025">
                <a:solidFill>
                  <a:srgbClr val="FFFFFF"/>
                </a:solidFill>
              </a:defRPr>
            </a:lvl2pPr>
            <a:lvl3pPr>
              <a:defRPr sz="2025">
                <a:solidFill>
                  <a:srgbClr val="FFFFFF"/>
                </a:solidFill>
              </a:defRPr>
            </a:lvl3pPr>
            <a:lvl4pPr>
              <a:defRPr sz="2025">
                <a:solidFill>
                  <a:srgbClr val="FFFFFF"/>
                </a:solidFill>
              </a:defRPr>
            </a:lvl4pPr>
            <a:lvl5pPr>
              <a:defRPr sz="2025">
                <a:solidFill>
                  <a:srgbClr val="FFFFFF"/>
                </a:solidFill>
              </a:defRPr>
            </a:lvl5pPr>
            <a:lvl6pPr>
              <a:defRPr sz="2025">
                <a:solidFill>
                  <a:srgbClr val="FFFFFF"/>
                </a:solidFill>
              </a:defRPr>
            </a:lvl6pPr>
            <a:lvl7pPr>
              <a:defRPr sz="2025">
                <a:solidFill>
                  <a:srgbClr val="FFFFFF"/>
                </a:solidFill>
              </a:defRPr>
            </a:lvl7pPr>
            <a:lvl8pPr>
              <a:defRPr sz="2025">
                <a:solidFill>
                  <a:srgbClr val="FFFFFF"/>
                </a:solidFill>
              </a:defRPr>
            </a:lvl8pPr>
            <a:lvl9pPr>
              <a:defRPr sz="2025">
                <a:solidFill>
                  <a:srgbClr val="FFFFFF"/>
                </a:solidFill>
              </a:defRPr>
            </a:lvl9pPr>
          </a:lstStyle>
          <a:p xmlns:a="http://schemas.openxmlformats.org/drawingml/2006/main">
            <a:pPr marL="685800" lvl="1" indent="-228600" algn="l">
              <a:lnSpc>
                <a:spcPct val="90000"/>
              </a:lnSpc>
              <a:spcBef>
                <a:spcPts val="0"/>
              </a:spcBef>
              <a:spcAft>
                <a:spcPts val="0"/>
              </a:spcAft>
              <a:buClr>
                <a:schemeClr val="lt1"/>
              </a:buClr>
              <a:buSzPts val="2000"/>
              <a:buChar char="•"/>
              <a:defRPr sz="2025">
                <a:solidFill>
                  <a:srgbClr val="FFFFFF"/>
                </a:solidFill>
              </a:defRPr>
            </a:pPr>
            <a:r>
              <a:rPr sz="2025">
                <a:solidFill>
                  <a:srgbClr val="FFFFFF"/>
                </a:solidFill>
              </a:rPr>
              <a:t>Plan/design: threat model, misuse cases, testable acceptance criteria.</a:t>
            </a:r>
            <a:endParaRPr sz="1600"/>
          </a:p>
          <a:p xmlns:a="http://schemas.openxmlformats.org/drawingml/2006/main">
            <a:pPr marL="685800" lvl="1" indent="-228600" algn="l">
              <a:lnSpc>
                <a:spcPct val="90000"/>
              </a:lnSpc>
              <a:spcBef>
                <a:spcPts val="500"/>
              </a:spcBef>
              <a:spcAft>
                <a:spcPts val="0"/>
              </a:spcAft>
              <a:buClr>
                <a:schemeClr val="lt1"/>
              </a:buClr>
              <a:buSzPts val="2000"/>
              <a:buChar char="•"/>
              <a:defRPr sz="2025">
                <a:solidFill>
                  <a:srgbClr val="FFFFFF"/>
                </a:solidFill>
              </a:defRPr>
            </a:pPr>
            <a:r>
              <a:rPr sz="2025">
                <a:solidFill>
                  <a:srgbClr val="FFFFFF"/>
                </a:solidFill>
              </a:rPr>
              <a:t>Build: C++17 compiler warnings; Cppcheck 2.22.0; secrets/dependency scans.</a:t>
            </a:r>
            <a:endParaRPr sz="1600"/>
          </a:p>
          <a:p xmlns:a="http://schemas.openxmlformats.org/drawingml/2006/main">
            <a:pPr marL="685800" lvl="1" indent="-228600" algn="l">
              <a:lnSpc>
                <a:spcPct val="90000"/>
              </a:lnSpc>
              <a:spcBef>
                <a:spcPts val="500"/>
              </a:spcBef>
              <a:spcAft>
                <a:spcPts val="0"/>
              </a:spcAft>
              <a:buClr>
                <a:schemeClr val="lt1"/>
              </a:buClr>
              <a:buSzPts val="2000"/>
              <a:buChar char="•"/>
              <a:defRPr sz="2025">
                <a:solidFill>
                  <a:srgbClr val="FFFFFF"/>
                </a:solidFill>
              </a:defRPr>
            </a:pPr>
            <a:r>
              <a:rPr sz="2025">
                <a:solidFill>
                  <a:srgbClr val="FFFFFF"/>
                </a:solidFill>
              </a:rPr>
              <a:t>Verify/test: Google Test regressions; Clang ASan and UBSan builds.</a:t>
            </a:r>
            <a:endParaRPr sz="1600"/>
          </a:p>
          <a:p xmlns:a="http://schemas.openxmlformats.org/drawingml/2006/main">
            <a:pPr marL="685800" lvl="1" indent="-228600" algn="l">
              <a:lnSpc>
                <a:spcPct val="90000"/>
              </a:lnSpc>
              <a:spcBef>
                <a:spcPts val="500"/>
              </a:spcBef>
              <a:spcAft>
                <a:spcPts val="0"/>
              </a:spcAft>
              <a:buClr>
                <a:schemeClr val="lt1"/>
              </a:buClr>
              <a:buSzPts val="2000"/>
              <a:buChar char="•"/>
              <a:defRPr sz="2025">
                <a:solidFill>
                  <a:srgbClr val="FFFFFF"/>
                </a:solidFill>
              </a:defRPr>
            </a:pPr>
            <a:r>
              <a:rPr sz="2025">
                <a:solidFill>
                  <a:srgbClr val="FFFFFF"/>
                </a:solidFill>
              </a:rPr>
              <a:t>Release: block failed tests and unresolved High-priority findings.</a:t>
            </a:r>
            <a:endParaRPr sz="1600"/>
          </a:p>
          <a:p xmlns:a="http://schemas.openxmlformats.org/drawingml/2006/main">
            <a:pPr marL="685800" lvl="1" indent="-228600" algn="l">
              <a:lnSpc>
                <a:spcPct val="90000"/>
              </a:lnSpc>
              <a:spcBef>
                <a:spcPts val="500"/>
              </a:spcBef>
              <a:spcAft>
                <a:spcPts val="0"/>
              </a:spcAft>
              <a:buClr>
                <a:schemeClr val="lt1"/>
              </a:buClr>
              <a:buSzPts val="2000"/>
              <a:buChar char="•"/>
              <a:defRPr sz="2025">
                <a:solidFill>
                  <a:srgbClr val="FFFFFF"/>
                </a:solidFill>
              </a:defRPr>
            </a:pPr>
            <a:r>
              <a:rPr sz="2025">
                <a:solidFill>
                  <a:srgbClr val="FFFFFF"/>
                </a:solidFill>
              </a:rPr>
              <a:t>Deploy: validate TLS, account privileges, audit delivery, signed artifacts.</a:t>
            </a:r>
            <a:endParaRPr sz="1600"/>
          </a:p>
          <a:p xmlns:a="http://schemas.openxmlformats.org/drawingml/2006/main">
            <a:pPr marL="685800" lvl="1" indent="-228600" algn="l">
              <a:lnSpc>
                <a:spcPct val="90000"/>
              </a:lnSpc>
              <a:spcBef>
                <a:spcPts val="500"/>
              </a:spcBef>
              <a:spcAft>
                <a:spcPts val="0"/>
              </a:spcAft>
              <a:buClr>
                <a:schemeClr val="lt1"/>
              </a:buClr>
              <a:buSzPts val="2000"/>
              <a:buChar char="•"/>
              <a:defRPr sz="2025">
                <a:solidFill>
                  <a:srgbClr val="FFFFFF"/>
                </a:solidFill>
              </a:defRPr>
            </a:pPr>
            <a:r>
              <a:rPr sz="2025">
                <a:solidFill>
                  <a:srgbClr val="FFFFFF"/>
                </a:solidFill>
              </a:rPr>
              <a:t>Operate: alert on failures and unusual access; patch and add regressions.</a:t>
            </a:r>
            <a:endParaRPr sz="1600"/>
          </a:p>
        </p:txBody>
      </p:sp>
      <p:pic>
        <p:nvPicPr>
          <p:cNvPr id="211" name="Google Shape;211;p10">
            <a:extLst xmlns:a="http://schemas.openxmlformats.org/drawingml/2006/main">
              <a:ext uri="{FF2B5EF4-FFF2-40B4-BE49-F238E27FC236}">
                <a16:creationId xmlns:a16="http://schemas.microsoft.com/office/drawing/2014/main" id="{CA4B3E93-0F15-463B-BB0E-66FE057A90F4}"/>
              </a:ext>
            </a:extLst>
          </p:cNvPr>
          <p:cNvPicPr>
            <a:picLocks xmlns:a="http://schemas.openxmlformats.org/drawingml/2006/main" noChangeAspect="1"/>
          </p:cNvPicPr>
          <p:nvPr/>
        </p:nvPicPr>
        <p:blipFill>
          <a:blip xmlns:r="http://schemas.openxmlformats.org/officeDocument/2006/relationships" xmlns:a="http://schemas.openxmlformats.org/drawingml/2006/main" r:embed="R44fd150ef7ec4a8b">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sp>
        <p:nvSpPr>
          <p:cNvPr id="212" name="">
            <a:extLst xmlns:a="http://schemas.openxmlformats.org/drawingml/2006/main">
              <a:ext uri="{FF2B5EF4-FFF2-40B4-BE49-F238E27FC236}">
                <a16:creationId xmlns:a16="http://schemas.microsoft.com/office/drawing/2014/main" id="{7109735D-3F11-45C8-9856-227F4E8CEFA8}"/>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15 / 19</a:t>
            </a:r>
          </a:p>
        </p:txBody>
      </p:sp>
    </p:spTree>
    <p:extLst>
      <p:ext uri="{BB962C8B-B14F-4D97-AF65-F5344CB8AC3E}">
        <p14:creationId xmlns:p14="http://schemas.microsoft.com/office/powerpoint/2010/main" val="855270067"/>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6" name="Google Shape;216;p11">
            <a:extLst xmlns:a="http://schemas.openxmlformats.org/drawingml/2006/main">
              <a:ext uri="{FF2B5EF4-FFF2-40B4-BE49-F238E27FC236}">
                <a16:creationId xmlns:a16="http://schemas.microsoft.com/office/drawing/2014/main" id="{67CA2828-B978-4B67-92FD-F55D06A56359}"/>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r">
              <a:lnSpc>
                <a:spcPct val="90000"/>
              </a:lnSpc>
              <a:spcBef>
                <a:spcPts val="0"/>
              </a:spcBef>
              <a:spcAft>
                <a:spcPts val="0"/>
              </a:spcAft>
              <a:buClr>
                <a:schemeClr val="lt1"/>
              </a:buClr>
              <a:buSzPts val="4000"/>
              <a:buFont typeface="Century Gothic"/>
              <a:buNone/>
            </a:pPr>
            <a:r>
              <a:t>RISKS AND BENEFITS</a:t>
            </a:r>
            <a:endParaRPr/>
          </a:p>
        </p:txBody>
      </p:sp>
      <p:sp>
        <p:nvSpPr>
          <p:cNvPr id="217" name="Google Shape;217;p11">
            <a:extLst xmlns:a="http://schemas.openxmlformats.org/drawingml/2006/main">
              <a:ext uri="{FF2B5EF4-FFF2-40B4-BE49-F238E27FC236}">
                <a16:creationId xmlns:a16="http://schemas.microsoft.com/office/drawing/2014/main" id="{08972F5C-3FEB-4AEA-9A64-88DC25C6E66B}"/>
              </a:ext>
            </a:extLst>
          </p:cNvPr>
          <p:cNvSpPr>
            <a:spLocks xmlns:a="http://schemas.openxmlformats.org/drawingml/2006/main" noGrp="1"/>
          </p:cNvSpPr>
          <p:nvPr>
            <p:ph type="body" idx="1"/>
          </p:nvPr>
        </p:nvSpPr>
        <p:spPr>
          <a:xfrm xmlns:a="http://schemas.openxmlformats.org/drawingml/2006/main">
            <a:off x="685800" y="2190750"/>
            <a:ext cx="10191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defPPr>
              <a:defRPr sz="2025">
                <a:solidFill>
                  <a:srgbClr val="FFFFFF"/>
                </a:solidFill>
              </a:defRPr>
            </a:defPPr>
            <a:lvl1pPr>
              <a:defRPr sz="2025">
                <a:solidFill>
                  <a:srgbClr val="FFFFFF"/>
                </a:solidFill>
              </a:defRPr>
            </a:lvl1pPr>
            <a:lvl2pPr>
              <a:defRPr sz="2025">
                <a:solidFill>
                  <a:srgbClr val="FFFFFF"/>
                </a:solidFill>
              </a:defRPr>
            </a:lvl2pPr>
            <a:lvl3pPr>
              <a:defRPr sz="2025">
                <a:solidFill>
                  <a:srgbClr val="FFFFFF"/>
                </a:solidFill>
              </a:defRPr>
            </a:lvl3pPr>
            <a:lvl4pPr>
              <a:defRPr sz="2025">
                <a:solidFill>
                  <a:srgbClr val="FFFFFF"/>
                </a:solidFill>
              </a:defRPr>
            </a:lvl4pPr>
            <a:lvl5pPr>
              <a:defRPr sz="2025">
                <a:solidFill>
                  <a:srgbClr val="FFFFFF"/>
                </a:solidFill>
              </a:defRPr>
            </a:lvl5pPr>
            <a:lvl6pPr>
              <a:defRPr sz="2025">
                <a:solidFill>
                  <a:srgbClr val="FFFFFF"/>
                </a:solidFill>
              </a:defRPr>
            </a:lvl6pPr>
            <a:lvl7pPr>
              <a:defRPr sz="2025">
                <a:solidFill>
                  <a:srgbClr val="FFFFFF"/>
                </a:solidFill>
              </a:defRPr>
            </a:lvl7pPr>
            <a:lvl8pPr>
              <a:defRPr sz="2025">
                <a:solidFill>
                  <a:srgbClr val="FFFFFF"/>
                </a:solidFill>
              </a:defRPr>
            </a:lvl8pPr>
            <a:lvl9pPr>
              <a:defRPr sz="2025">
                <a:solidFill>
                  <a:srgbClr val="FFFFFF"/>
                </a:solidFill>
              </a:defRPr>
            </a:lvl9pPr>
          </a:lstStyle>
          <a:p xmlns:a="http://schemas.openxmlformats.org/drawingml/2006/main">
            <a:pPr marL="228600" lvl="0" indent="-228600" algn="l">
              <a:lnSpc>
                <a:spcPct val="90000"/>
              </a:lnSpc>
              <a:spcBef>
                <a:spcPts val="0"/>
              </a:spcBef>
              <a:spcAft>
                <a:spcPts val="0"/>
              </a:spcAft>
              <a:buClr>
                <a:schemeClr val="lt1"/>
              </a:buClr>
              <a:buSzPts val="2000"/>
              <a:buChar char="•"/>
              <a:defRPr sz="2025">
                <a:solidFill>
                  <a:srgbClr val="FFFFFF"/>
                </a:solidFill>
              </a:defRPr>
            </a:pPr>
            <a:r>
              <a:rPr sz="2025">
                <a:solidFill>
                  <a:srgbClr val="FFFFFF"/>
                </a:solidFill>
              </a:rPr>
              <a:t>Act now: parameterize SQL and remove unsafe memory access.</a:t>
            </a:r>
            <a:endParaRPr/>
          </a:p>
          <a:p xmlns:a="http://schemas.openxmlformats.org/drawingml/2006/main">
            <a:pPr marL="228600" lvl="0" indent="-228600" algn="l">
              <a:lnSpc>
                <a:spcPct val="90000"/>
              </a:lnSpc>
              <a:spcBef>
                <a:spcPts val="0"/>
              </a:spcBef>
              <a:spcAft>
                <a:spcPts val="0"/>
              </a:spcAft>
              <a:buClr>
                <a:schemeClr val="lt1"/>
              </a:buClr>
              <a:buSzPts val="2000"/>
              <a:buChar char="•"/>
              <a:defRPr sz="2025">
                <a:solidFill>
                  <a:srgbClr val="FFFFFF"/>
                </a:solidFill>
              </a:defRPr>
            </a:pPr>
            <a:r>
              <a:rPr sz="2025">
                <a:solidFill>
                  <a:srgbClr val="FFFFFF"/>
                </a:solidFill>
              </a:rPr>
              <a:t>Benefit: reduces potential data exposure, corruption, and outages.</a:t>
            </a:r>
            <a:endParaRPr/>
          </a:p>
          <a:p xmlns:a="http://schemas.openxmlformats.org/drawingml/2006/main">
            <a:pPr marL="228600" lvl="0" indent="-228600" algn="l">
              <a:lnSpc>
                <a:spcPct val="90000"/>
              </a:lnSpc>
              <a:spcBef>
                <a:spcPts val="0"/>
              </a:spcBef>
              <a:spcAft>
                <a:spcPts val="0"/>
              </a:spcAft>
              <a:buClr>
                <a:schemeClr val="lt1"/>
              </a:buClr>
              <a:buSzPts val="2000"/>
              <a:buChar char="•"/>
              <a:defRPr sz="2025">
                <a:solidFill>
                  <a:srgbClr val="FFFFFF"/>
                </a:solidFill>
              </a:defRPr>
            </a:pPr>
            <a:r>
              <a:rPr sz="2025">
                <a:solidFill>
                  <a:srgbClr val="FFFFFF"/>
                </a:solidFill>
              </a:rPr>
              <a:t>Tradeoff: refactoring costs time and can introduce regressions.</a:t>
            </a:r>
            <a:endParaRPr/>
          </a:p>
          <a:p xmlns:a="http://schemas.openxmlformats.org/drawingml/2006/main">
            <a:pPr marL="228600" lvl="0" indent="-228600" algn="l">
              <a:lnSpc>
                <a:spcPct val="90000"/>
              </a:lnSpc>
              <a:spcBef>
                <a:spcPts val="0"/>
              </a:spcBef>
              <a:spcAft>
                <a:spcPts val="0"/>
              </a:spcAft>
              <a:buNone/>
            </a:pPr>
            <a:r>
              <a:rPr sz="2000"/>
              <a:t/>
            </a:r>
            <a:endParaRPr/>
          </a:p>
          <a:p xmlns:a="http://schemas.openxmlformats.org/drawingml/2006/main">
            <a:pPr marL="228600" lvl="0" indent="-228600" algn="l">
              <a:lnSpc>
                <a:spcPct val="90000"/>
              </a:lnSpc>
              <a:spcBef>
                <a:spcPts val="0"/>
              </a:spcBef>
              <a:spcAft>
                <a:spcPts val="0"/>
              </a:spcAft>
              <a:buClr>
                <a:schemeClr val="lt1"/>
              </a:buClr>
              <a:buSzPts val="2000"/>
              <a:buChar char="•"/>
              <a:defRPr sz="2025">
                <a:solidFill>
                  <a:srgbClr val="FFFFFF"/>
                </a:solidFill>
              </a:defRPr>
            </a:pPr>
            <a:r>
              <a:rPr sz="2025">
                <a:solidFill>
                  <a:srgbClr val="FFFFFF"/>
                </a:solidFill>
              </a:rPr>
              <a:t>Waiting: reduces immediate change effort but leaves exposure open.</a:t>
            </a:r>
            <a:endParaRPr/>
          </a:p>
          <a:p xmlns:a="http://schemas.openxmlformats.org/drawingml/2006/main">
            <a:pPr marL="228600" lvl="0" indent="-228600" algn="l">
              <a:lnSpc>
                <a:spcPct val="90000"/>
              </a:lnSpc>
              <a:spcBef>
                <a:spcPts val="0"/>
              </a:spcBef>
              <a:spcAft>
                <a:spcPts val="0"/>
              </a:spcAft>
              <a:buClr>
                <a:schemeClr val="lt1"/>
              </a:buClr>
              <a:buSzPts val="2000"/>
              <a:buChar char="•"/>
              <a:defRPr sz="2025">
                <a:solidFill>
                  <a:srgbClr val="FFFFFF"/>
                </a:solidFill>
              </a:defRPr>
            </a:pPr>
            <a:r>
              <a:rPr sz="2025">
                <a:solidFill>
                  <a:srgbClr val="FFFFFF"/>
                </a:solidFill>
              </a:rPr>
              <a:t>Use phased changes, regression tests, and time-limited exceptions.</a:t>
            </a:r>
            <a:endParaRPr/>
          </a:p>
          <a:p xmlns:a="http://schemas.openxmlformats.org/drawingml/2006/main">
            <a:pPr marL="228600" lvl="0" indent="-228600" algn="l">
              <a:lnSpc>
                <a:spcPct val="90000"/>
              </a:lnSpc>
              <a:spcBef>
                <a:spcPts val="0"/>
              </a:spcBef>
              <a:spcAft>
                <a:spcPts val="0"/>
              </a:spcAft>
              <a:buNone/>
            </a:pPr>
            <a:r>
              <a:rPr sz="2000"/>
              <a:t/>
            </a:r>
            <a:endParaRPr/>
          </a:p>
          <a:p xmlns:a="http://schemas.openxmlformats.org/drawingml/2006/main">
            <a:pPr marL="228600" lvl="0" indent="-228600" algn="l">
              <a:lnSpc>
                <a:spcPct val="90000"/>
              </a:lnSpc>
              <a:spcBef>
                <a:spcPts val="0"/>
              </a:spcBef>
              <a:spcAft>
                <a:spcPts val="0"/>
              </a:spcAft>
              <a:buClr>
                <a:schemeClr val="lt1"/>
              </a:buClr>
              <a:buSzPts val="2000"/>
              <a:buChar char="•"/>
              <a:defRPr sz="2025">
                <a:solidFill>
                  <a:srgbClr val="FFFFFF"/>
                </a:solidFill>
              </a:defRPr>
            </a:pPr>
            <a:r>
              <a:rPr sz="2025">
                <a:solidFill>
                  <a:srgbClr val="FFFFFF"/>
                </a:solidFill>
              </a:rPr>
              <a:t>Testing risk: six passing cases leave other paths untested.</a:t>
            </a:r>
            <a:endParaRPr/>
          </a:p>
          <a:p xmlns:a="http://schemas.openxmlformats.org/drawingml/2006/main">
            <a:pPr marL="228600" lvl="0" indent="-228600" algn="l">
              <a:lnSpc>
                <a:spcPct val="90000"/>
              </a:lnSpc>
              <a:spcBef>
                <a:spcPts val="0"/>
              </a:spcBef>
              <a:spcAft>
                <a:spcPts val="0"/>
              </a:spcAft>
              <a:buClr>
                <a:schemeClr val="lt1"/>
              </a:buClr>
              <a:buSzPts val="2000"/>
              <a:buChar char="•"/>
              <a:defRPr sz="2025">
                <a:solidFill>
                  <a:srgbClr val="FFFFFF"/>
                </a:solidFill>
              </a:defRPr>
            </a:pPr>
            <a:r>
              <a:rPr sz="2025">
                <a:solidFill>
                  <a:srgbClr val="FFFFFF"/>
                </a:solidFill>
              </a:rPr>
              <a:t>Add static analysis, sanitizer runs, reviews, and broader boundary tests.</a:t>
            </a:r>
            <a:endParaRPr/>
          </a:p>
        </p:txBody>
      </p:sp>
      <p:pic>
        <p:nvPicPr>
          <p:cNvPr id="218" name="Google Shape;218;p11">
            <a:extLst xmlns:a="http://schemas.openxmlformats.org/drawingml/2006/main">
              <a:ext uri="{FF2B5EF4-FFF2-40B4-BE49-F238E27FC236}">
                <a16:creationId xmlns:a16="http://schemas.microsoft.com/office/drawing/2014/main" id="{D36BBE51-902C-4396-B30D-46FD9A8735CF}"/>
              </a:ext>
            </a:extLst>
          </p:cNvPr>
          <p:cNvPicPr>
            <a:picLocks xmlns:a="http://schemas.openxmlformats.org/drawingml/2006/main" noChangeAspect="1"/>
          </p:cNvPicPr>
          <p:nvPr/>
        </p:nvPicPr>
        <p:blipFill>
          <a:blip xmlns:r="http://schemas.openxmlformats.org/officeDocument/2006/relationships" xmlns:a="http://schemas.openxmlformats.org/drawingml/2006/main" r:embed="Rf3cfdc030d3249fb">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sp>
        <p:nvSpPr>
          <p:cNvPr id="219" name="">
            <a:extLst xmlns:a="http://schemas.openxmlformats.org/drawingml/2006/main">
              <a:ext uri="{FF2B5EF4-FFF2-40B4-BE49-F238E27FC236}">
                <a16:creationId xmlns:a16="http://schemas.microsoft.com/office/drawing/2014/main" id="{89F3728C-F542-4F69-B6AB-1089E81E910D}"/>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16 / 19</a:t>
            </a:r>
          </a:p>
        </p:txBody>
      </p:sp>
    </p:spTree>
    <p:extLst>
      <p:ext uri="{BB962C8B-B14F-4D97-AF65-F5344CB8AC3E}">
        <p14:creationId xmlns:p14="http://schemas.microsoft.com/office/powerpoint/2010/main" val="1503687031"/>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23" name="Google Shape;223;p12">
            <a:extLst xmlns:a="http://schemas.openxmlformats.org/drawingml/2006/main">
              <a:ext uri="{FF2B5EF4-FFF2-40B4-BE49-F238E27FC236}">
                <a16:creationId xmlns:a16="http://schemas.microsoft.com/office/drawing/2014/main" id="{87E0002A-AC8D-4B60-B853-804770FF3E41}"/>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r">
              <a:lnSpc>
                <a:spcPct val="90000"/>
              </a:lnSpc>
              <a:spcBef>
                <a:spcPts val="0"/>
              </a:spcBef>
              <a:spcAft>
                <a:spcPts val="0"/>
              </a:spcAft>
              <a:buClr>
                <a:schemeClr val="lt1"/>
              </a:buClr>
              <a:buSzPts val="4000"/>
              <a:buFont typeface="Century Gothic"/>
              <a:buNone/>
            </a:pPr>
            <a:r>
              <a:t>RECOMMENDATIONS</a:t>
            </a:r>
            <a:endParaRPr/>
          </a:p>
        </p:txBody>
      </p:sp>
      <p:sp>
        <p:nvSpPr>
          <p:cNvPr id="224" name="Google Shape;224;p12">
            <a:extLst xmlns:a="http://schemas.openxmlformats.org/drawingml/2006/main">
              <a:ext uri="{FF2B5EF4-FFF2-40B4-BE49-F238E27FC236}">
                <a16:creationId xmlns:a16="http://schemas.microsoft.com/office/drawing/2014/main" id="{7B1C404C-E000-43EC-9BE3-FAEF8A1336E1}"/>
              </a:ext>
            </a:extLst>
          </p:cNvPr>
          <p:cNvSpPr>
            <a:spLocks xmlns:a="http://schemas.openxmlformats.org/drawingml/2006/main" noGrp="1"/>
          </p:cNvSpPr>
          <p:nvPr>
            <p:ph type="body" idx="1"/>
          </p:nvPr>
        </p:nvSpPr>
        <p:spPr>
          <a:xfrm xmlns:a="http://schemas.openxmlformats.org/drawingml/2006/main">
            <a:off x="685800" y="2190750"/>
            <a:ext cx="10191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defPPr>
              <a:defRPr sz="2025">
                <a:solidFill>
                  <a:srgbClr val="FFFFFF"/>
                </a:solidFill>
              </a:defRPr>
            </a:defPPr>
            <a:lvl1pPr>
              <a:defRPr sz="2025">
                <a:solidFill>
                  <a:srgbClr val="FFFFFF"/>
                </a:solidFill>
              </a:defRPr>
            </a:lvl1pPr>
            <a:lvl2pPr>
              <a:defRPr sz="2025">
                <a:solidFill>
                  <a:srgbClr val="FFFFFF"/>
                </a:solidFill>
              </a:defRPr>
            </a:lvl2pPr>
            <a:lvl3pPr>
              <a:defRPr sz="2025">
                <a:solidFill>
                  <a:srgbClr val="FFFFFF"/>
                </a:solidFill>
              </a:defRPr>
            </a:lvl3pPr>
            <a:lvl4pPr>
              <a:defRPr sz="2025">
                <a:solidFill>
                  <a:srgbClr val="FFFFFF"/>
                </a:solidFill>
              </a:defRPr>
            </a:lvl4pPr>
            <a:lvl5pPr>
              <a:defRPr sz="2025">
                <a:solidFill>
                  <a:srgbClr val="FFFFFF"/>
                </a:solidFill>
              </a:defRPr>
            </a:lvl5pPr>
            <a:lvl6pPr>
              <a:defRPr sz="2025">
                <a:solidFill>
                  <a:srgbClr val="FFFFFF"/>
                </a:solidFill>
              </a:defRPr>
            </a:lvl6pPr>
            <a:lvl7pPr>
              <a:defRPr sz="2025">
                <a:solidFill>
                  <a:srgbClr val="FFFFFF"/>
                </a:solidFill>
              </a:defRPr>
            </a:lvl7pPr>
            <a:lvl8pPr>
              <a:defRPr sz="2025">
                <a:solidFill>
                  <a:srgbClr val="FFFFFF"/>
                </a:solidFill>
              </a:defRPr>
            </a:lvl8pPr>
            <a:lvl9pPr>
              <a:defRPr sz="2025">
                <a:solidFill>
                  <a:srgbClr val="FFFFFF"/>
                </a:solidFill>
              </a:defRPr>
            </a:lvl9pPr>
          </a:lstStyle>
          <a:p xmlns:a="http://schemas.openxmlformats.org/drawingml/2006/main">
            <a:pPr marL="1143000" lvl="2" indent="-228600" algn="l">
              <a:lnSpc>
                <a:spcPct val="90000"/>
              </a:lnSpc>
              <a:spcBef>
                <a:spcPts val="0"/>
              </a:spcBef>
              <a:spcAft>
                <a:spcPts val="0"/>
              </a:spcAft>
              <a:buClr>
                <a:schemeClr val="lt1"/>
              </a:buClr>
              <a:buSzPts val="1800"/>
              <a:buChar char="•"/>
              <a:defRPr sz="2025">
                <a:solidFill>
                  <a:srgbClr val="FFFFFF"/>
                </a:solidFill>
              </a:defRPr>
            </a:pPr>
            <a:r>
              <a:rPr sz="2025">
                <a:solidFill>
                  <a:srgbClr val="FFFFFF"/>
                </a:solidFill>
              </a:rPr>
              <a:t>Current gaps</a:t>
            </a:r>
            <a:endParaRPr sz="1400"/>
          </a:p>
          <a:p xmlns:a="http://schemas.openxmlformats.org/drawingml/2006/main">
            <a:pPr marL="1143000" lvl="2" indent="-228600" algn="l">
              <a:lnSpc>
                <a:spcPct val="90000"/>
              </a:lnSpc>
              <a:spcBef>
                <a:spcPts val="0"/>
              </a:spcBef>
              <a:spcAft>
                <a:spcPts val="0"/>
              </a:spcAft>
              <a:buClr>
                <a:schemeClr val="lt1"/>
              </a:buClr>
              <a:buSzPts val="1800"/>
              <a:buChar char="•"/>
              <a:defRPr sz="2025">
                <a:solidFill>
                  <a:srgbClr val="FFFFFF"/>
                </a:solidFill>
              </a:defRPr>
            </a:pPr>
            <a:r>
              <a:rPr sz="2025">
                <a:solidFill>
                  <a:srgbClr val="FFFFFF"/>
                </a:solidFill>
              </a:rPr>
              <a:t>Custom policy tests remain proposed. Only six numeric cases are evidenced.</a:t>
            </a:r>
            <a:endParaRPr sz="1400"/>
          </a:p>
          <a:p xmlns:a="http://schemas.openxmlformats.org/drawingml/2006/main">
            <a:pPr marL="1143000" lvl="2" indent="-228600" algn="l">
              <a:lnSpc>
                <a:spcPct val="90000"/>
              </a:lnSpc>
              <a:spcBef>
                <a:spcPts val="0"/>
              </a:spcBef>
              <a:spcAft>
                <a:spcPts val="0"/>
              </a:spcAft>
              <a:buClr>
                <a:schemeClr val="lt1"/>
              </a:buClr>
              <a:buSzPts val="1800"/>
              <a:buChar char="•"/>
              <a:defRPr sz="2025">
                <a:solidFill>
                  <a:srgbClr val="FFFFFF"/>
                </a:solidFill>
              </a:defRPr>
            </a:pPr>
            <a:r>
              <a:rPr sz="2025">
                <a:solidFill>
                  <a:srgbClr val="FFFFFF"/>
                </a:solidFill>
              </a:rPr>
              <a:t>No demonstrated CI enforcement or sanitizer results in this submission.</a:t>
            </a:r>
            <a:endParaRPr sz="1400"/>
          </a:p>
          <a:p xmlns:a="http://schemas.openxmlformats.org/drawingml/2006/main">
            <a:pPr marL="1143000" lvl="2" indent="-228600" algn="l">
              <a:lnSpc>
                <a:spcPct val="90000"/>
              </a:lnSpc>
              <a:spcBef>
                <a:spcPts val="0"/>
              </a:spcBef>
              <a:spcAft>
                <a:spcPts val="0"/>
              </a:spcAft>
              <a:buClr>
                <a:schemeClr val="lt1"/>
              </a:buClr>
              <a:buSzPts val="1800"/>
              <a:buChar char="•"/>
              <a:defRPr sz="2025">
                <a:solidFill>
                  <a:srgbClr val="FFFFFF"/>
                </a:solidFill>
              </a:defRPr>
            </a:pPr>
            <a:r>
              <a:rPr sz="2025">
                <a:solidFill>
                  <a:srgbClr val="FFFFFF"/>
                </a:solidFill>
              </a:rPr>
              <a:t>Generic arithmetic contracts need clearer type and operand restrictions.</a:t>
            </a:r>
            <a:endParaRPr sz="1400"/>
          </a:p>
          <a:p xmlns:a="http://schemas.openxmlformats.org/drawingml/2006/main">
            <a:pPr marL="1143000" lvl="2" indent="-228600" algn="l">
              <a:lnSpc>
                <a:spcPct val="90000"/>
              </a:lnSpc>
              <a:spcBef>
                <a:spcPts val="0"/>
              </a:spcBef>
              <a:spcAft>
                <a:spcPts val="0"/>
              </a:spcAft>
              <a:buNone/>
            </a:pPr>
            <a:r>
              <a:t/>
            </a:r>
            <a:endParaRPr sz="1400"/>
          </a:p>
          <a:p xmlns:a="http://schemas.openxmlformats.org/drawingml/2006/main">
            <a:pPr marL="1143000" lvl="2" indent="-228600" algn="l">
              <a:lnSpc>
                <a:spcPct val="90000"/>
              </a:lnSpc>
              <a:spcBef>
                <a:spcPts val="0"/>
              </a:spcBef>
              <a:spcAft>
                <a:spcPts val="0"/>
              </a:spcAft>
              <a:buClr>
                <a:schemeClr val="lt1"/>
              </a:buClr>
              <a:buSzPts val="1800"/>
              <a:buChar char="•"/>
              <a:defRPr sz="2025">
                <a:solidFill>
                  <a:srgbClr val="FFFFFF"/>
                </a:solidFill>
              </a:defRPr>
            </a:pPr>
            <a:r>
              <a:rPr sz="2025">
                <a:solidFill>
                  <a:srgbClr val="FFFFFF"/>
                </a:solidFill>
              </a:rPr>
              <a:t>Next actions</a:t>
            </a:r>
            <a:endParaRPr sz="1400"/>
          </a:p>
          <a:p xmlns:a="http://schemas.openxmlformats.org/drawingml/2006/main">
            <a:pPr marL="1143000" lvl="2" indent="-228600" algn="l">
              <a:lnSpc>
                <a:spcPct val="90000"/>
              </a:lnSpc>
              <a:spcBef>
                <a:spcPts val="0"/>
              </a:spcBef>
              <a:spcAft>
                <a:spcPts val="0"/>
              </a:spcAft>
              <a:buClr>
                <a:schemeClr val="lt1"/>
              </a:buClr>
              <a:buSzPts val="1800"/>
              <a:buChar char="•"/>
              <a:defRPr sz="2025">
                <a:solidFill>
                  <a:srgbClr val="FFFFFF"/>
                </a:solidFill>
              </a:defRPr>
            </a:pPr>
            <a:r>
              <a:rPr sz="2025">
                <a:solidFill>
                  <a:srgbClr val="FFFFFF"/>
                </a:solidFill>
              </a:rPr>
              <a:t>Assign owners and deadlines for every missing control.</a:t>
            </a:r>
            <a:endParaRPr sz="1400"/>
          </a:p>
          <a:p xmlns:a="http://schemas.openxmlformats.org/drawingml/2006/main">
            <a:pPr marL="1143000" lvl="2" indent="-228600" algn="l">
              <a:lnSpc>
                <a:spcPct val="90000"/>
              </a:lnSpc>
              <a:spcBef>
                <a:spcPts val="0"/>
              </a:spcBef>
              <a:spcAft>
                <a:spcPts val="0"/>
              </a:spcAft>
              <a:buClr>
                <a:schemeClr val="lt1"/>
              </a:buClr>
              <a:buSzPts val="1800"/>
              <a:buChar char="•"/>
              <a:defRPr sz="2025">
                <a:solidFill>
                  <a:srgbClr val="FFFFFF"/>
                </a:solidFill>
              </a:defRPr>
            </a:pPr>
            <a:r>
              <a:rPr sz="2025">
                <a:solidFill>
                  <a:srgbClr val="FFFFFF"/>
                </a:solidFill>
              </a:rPr>
              <a:t>Test SQL, invalid input, file failures, release builds, and memory lifetimes.</a:t>
            </a:r>
            <a:endParaRPr sz="1400"/>
          </a:p>
          <a:p xmlns:a="http://schemas.openxmlformats.org/drawingml/2006/main">
            <a:pPr marL="1143000" lvl="2" indent="-228600" algn="l">
              <a:lnSpc>
                <a:spcPct val="90000"/>
              </a:lnSpc>
              <a:spcBef>
                <a:spcPts val="0"/>
              </a:spcBef>
              <a:spcAft>
                <a:spcPts val="0"/>
              </a:spcAft>
              <a:buClr>
                <a:schemeClr val="lt1"/>
              </a:buClr>
              <a:buSzPts val="1800"/>
              <a:buChar char="•"/>
              <a:defRPr sz="2025">
                <a:solidFill>
                  <a:srgbClr val="FFFFFF"/>
                </a:solidFill>
              </a:defRPr>
            </a:pPr>
            <a:r>
              <a:rPr sz="2025">
                <a:solidFill>
                  <a:srgbClr val="FFFFFF"/>
                </a:solidFill>
              </a:rPr>
              <a:t>Define patch targets, key rotation, retention, and exception expiration.</a:t>
            </a:r>
            <a:endParaRPr sz="1400"/>
          </a:p>
        </p:txBody>
      </p:sp>
      <p:pic>
        <p:nvPicPr>
          <p:cNvPr id="225" name="Google Shape;225;p12">
            <a:extLst xmlns:a="http://schemas.openxmlformats.org/drawingml/2006/main">
              <a:ext uri="{FF2B5EF4-FFF2-40B4-BE49-F238E27FC236}">
                <a16:creationId xmlns:a16="http://schemas.microsoft.com/office/drawing/2014/main" id="{70F431B9-2981-4C23-ADE6-AB5B30DBFB7E}"/>
              </a:ext>
            </a:extLst>
          </p:cNvPr>
          <p:cNvPicPr>
            <a:picLocks xmlns:a="http://schemas.openxmlformats.org/drawingml/2006/main" noChangeAspect="1"/>
          </p:cNvPicPr>
          <p:nvPr/>
        </p:nvPicPr>
        <p:blipFill>
          <a:blip xmlns:r="http://schemas.openxmlformats.org/officeDocument/2006/relationships" xmlns:a="http://schemas.openxmlformats.org/drawingml/2006/main" r:embed="R50487b23d2dc49fc">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sp>
        <p:nvSpPr>
          <p:cNvPr id="226" name="">
            <a:extLst xmlns:a="http://schemas.openxmlformats.org/drawingml/2006/main">
              <a:ext uri="{FF2B5EF4-FFF2-40B4-BE49-F238E27FC236}">
                <a16:creationId xmlns:a16="http://schemas.microsoft.com/office/drawing/2014/main" id="{6686BCF0-43E9-413D-BD38-7648A971A261}"/>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17 / 19</a:t>
            </a:r>
          </a:p>
        </p:txBody>
      </p:sp>
    </p:spTree>
    <p:extLst>
      <p:ext uri="{BB962C8B-B14F-4D97-AF65-F5344CB8AC3E}">
        <p14:creationId xmlns:p14="http://schemas.microsoft.com/office/powerpoint/2010/main" val="135770303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30" name="Google Shape;230;p13">
            <a:extLst xmlns:a="http://schemas.openxmlformats.org/drawingml/2006/main">
              <a:ext uri="{FF2B5EF4-FFF2-40B4-BE49-F238E27FC236}">
                <a16:creationId xmlns:a16="http://schemas.microsoft.com/office/drawing/2014/main" id="{44D2E0E9-43EC-4778-B138-55ACFEBBD09A}"/>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r">
              <a:lnSpc>
                <a:spcPct val="90000"/>
              </a:lnSpc>
              <a:spcBef>
                <a:spcPts val="0"/>
              </a:spcBef>
              <a:spcAft>
                <a:spcPts val="0"/>
              </a:spcAft>
              <a:buClr>
                <a:schemeClr val="lt1"/>
              </a:buClr>
              <a:buSzPts val="4000"/>
              <a:buFont typeface="Century Gothic"/>
              <a:buNone/>
            </a:pPr>
            <a:r>
              <a:t>CONCLUSIONS</a:t>
            </a:r>
            <a:endParaRPr/>
          </a:p>
        </p:txBody>
      </p:sp>
      <p:sp>
        <p:nvSpPr>
          <p:cNvPr id="231" name="Google Shape;231;p13">
            <a:extLst xmlns:a="http://schemas.openxmlformats.org/drawingml/2006/main">
              <a:ext uri="{FF2B5EF4-FFF2-40B4-BE49-F238E27FC236}">
                <a16:creationId xmlns:a16="http://schemas.microsoft.com/office/drawing/2014/main" id="{94DD68EE-7C8A-4B9F-A638-560B57388EF6}"/>
              </a:ext>
            </a:extLst>
          </p:cNvPr>
          <p:cNvSpPr>
            <a:spLocks xmlns:a="http://schemas.openxmlformats.org/drawingml/2006/main" noGrp="1"/>
          </p:cNvSpPr>
          <p:nvPr>
            <p:ph type="body" idx="1"/>
          </p:nvPr>
        </p:nvSpPr>
        <p:spPr>
          <a:xfrm xmlns:a="http://schemas.openxmlformats.org/drawingml/2006/main">
            <a:off x="685800" y="2190750"/>
            <a:ext cx="10191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defPPr>
              <a:defRPr sz="2100">
                <a:solidFill>
                  <a:srgbClr val="FFFFFF"/>
                </a:solidFill>
              </a:defRPr>
            </a:defPPr>
            <a:lvl1pPr>
              <a:defRPr sz="2100">
                <a:solidFill>
                  <a:srgbClr val="FFFFFF"/>
                </a:solidFill>
              </a:defRPr>
            </a:lvl1pPr>
            <a:lvl2pPr>
              <a:defRPr sz="2100">
                <a:solidFill>
                  <a:srgbClr val="FFFFFF"/>
                </a:solidFill>
              </a:defRPr>
            </a:lvl2pPr>
            <a:lvl3pPr>
              <a:defRPr sz="2100">
                <a:solidFill>
                  <a:srgbClr val="FFFFFF"/>
                </a:solidFill>
              </a:defRPr>
            </a:lvl3pPr>
            <a:lvl4pPr>
              <a:defRPr sz="2100">
                <a:solidFill>
                  <a:srgbClr val="FFFFFF"/>
                </a:solidFill>
              </a:defRPr>
            </a:lvl4pPr>
            <a:lvl5pPr>
              <a:defRPr sz="2100">
                <a:solidFill>
                  <a:srgbClr val="FFFFFF"/>
                </a:solidFill>
              </a:defRPr>
            </a:lvl5pPr>
            <a:lvl6pPr>
              <a:defRPr sz="2100">
                <a:solidFill>
                  <a:srgbClr val="FFFFFF"/>
                </a:solidFill>
              </a:defRPr>
            </a:lvl6pPr>
            <a:lvl7pPr>
              <a:defRPr sz="2100">
                <a:solidFill>
                  <a:srgbClr val="FFFFFF"/>
                </a:solidFill>
              </a:defRPr>
            </a:lvl7pPr>
            <a:lvl8pPr>
              <a:defRPr sz="2100">
                <a:solidFill>
                  <a:srgbClr val="FFFFFF"/>
                </a:solidFill>
              </a:defRPr>
            </a:lvl8pPr>
            <a:lvl9pPr>
              <a:defRPr sz="2100">
                <a:solidFill>
                  <a:srgbClr val="FFFFFF"/>
                </a:solidFill>
              </a:defRPr>
            </a:lvl9pPr>
          </a:lstStyle>
          <a:p xmlns:a="http://schemas.openxmlformats.org/drawingml/2006/main">
            <a:pPr marL="228600" lvl="0" indent="-228600" algn="l">
              <a:lnSpc>
                <a:spcPct val="90000"/>
              </a:lnSpc>
              <a:spcBef>
                <a:spcPts val="0"/>
              </a:spcBef>
              <a:spcAft>
                <a:spcPts val="0"/>
              </a:spcAft>
              <a:buClr>
                <a:schemeClr val="lt1"/>
              </a:buClr>
              <a:buSzPts val="2200"/>
              <a:buChar char="•"/>
              <a:defRPr sz="2100">
                <a:solidFill>
                  <a:srgbClr val="FFFFFF"/>
                </a:solidFill>
              </a:defRPr>
            </a:pPr>
            <a:r>
              <a:rPr sz="2100">
                <a:solidFill>
                  <a:srgbClr val="FFFFFF"/>
                </a:solidFill>
              </a:rPr>
              <a:t>Adopt a consistent C++17 secure coding baseline for all ten standards.</a:t>
            </a:r>
            <a:endParaRPr sz="1800"/>
          </a:p>
          <a:p xmlns:a="http://schemas.openxmlformats.org/drawingml/2006/main">
            <a:pPr marL="228600" lvl="0" indent="-88900" algn="l">
              <a:lnSpc>
                <a:spcPct val="90000"/>
              </a:lnSpc>
              <a:spcBef>
                <a:spcPts val="1000"/>
              </a:spcBef>
              <a:spcAft>
                <a:spcPts val="0"/>
              </a:spcAft>
              <a:buClr>
                <a:schemeClr val="lt1"/>
              </a:buClr>
              <a:buSzPts val="2200"/>
              <a:buNone/>
              <a:defRPr sz="2100">
                <a:solidFill>
                  <a:srgbClr val="FFFFFF"/>
                </a:solidFill>
              </a:defRPr>
            </a:pPr>
            <a:r>
              <a:rPr sz="2100">
                <a:solidFill>
                  <a:srgbClr val="FFFFFF"/>
                </a:solidFill>
              </a:rPr>
              <a:t>Require peer review, compiler checks, regression tests, and traceable releases.</a:t>
            </a:r>
            <a:endParaRPr/>
          </a:p>
          <a:p xmlns:a="http://schemas.openxmlformats.org/drawingml/2006/main">
            <a:pPr marL="228600" lvl="0" indent="-88900" algn="l">
              <a:lnSpc>
                <a:spcPct val="90000"/>
              </a:lnSpc>
              <a:spcBef>
                <a:spcPts val="1000"/>
              </a:spcBef>
              <a:spcAft>
                <a:spcPts val="0"/>
              </a:spcAft>
              <a:buClr>
                <a:schemeClr val="lt1"/>
              </a:buClr>
              <a:buSzPts val="2200"/>
              <a:buNone/>
              <a:defRPr sz="2100">
                <a:solidFill>
                  <a:srgbClr val="FFFFFF"/>
                </a:solidFill>
              </a:defRPr>
            </a:pPr>
            <a:r>
              <a:rPr sz="2100">
                <a:solidFill>
                  <a:srgbClr val="FFFFFF"/>
                </a:solidFill>
              </a:rPr>
              <a:t>Extend verification with sanitizer builds and failure-path testing.</a:t>
            </a:r>
            <a:endParaRPr/>
          </a:p>
          <a:p xmlns:a="http://schemas.openxmlformats.org/drawingml/2006/main">
            <a:pPr marL="228600" lvl="0" indent="-88900" algn="l">
              <a:lnSpc>
                <a:spcPct val="90000"/>
              </a:lnSpc>
              <a:spcBef>
                <a:spcPts val="1000"/>
              </a:spcBef>
              <a:spcAft>
                <a:spcPts val="0"/>
              </a:spcAft>
              <a:buClr>
                <a:schemeClr val="lt1"/>
              </a:buClr>
              <a:buSzPts val="2200"/>
              <a:buNone/>
              <a:defRPr sz="2100">
                <a:solidFill>
                  <a:srgbClr val="FFFFFF"/>
                </a:solidFill>
              </a:defRPr>
            </a:pPr>
            <a:r>
              <a:rPr sz="2100">
                <a:solidFill>
                  <a:srgbClr val="FFFFFF"/>
                </a:solidFill>
              </a:rPr>
              <a:t>Review policy annually and after incidents or major system changes.</a:t>
            </a:r>
            <a:endParaRPr/>
          </a:p>
          <a:p xmlns:a="http://schemas.openxmlformats.org/drawingml/2006/main">
            <a:pPr marL="228600" lvl="0" indent="-88900" algn="l">
              <a:lnSpc>
                <a:spcPct val="90000"/>
              </a:lnSpc>
              <a:spcBef>
                <a:spcPts val="1000"/>
              </a:spcBef>
              <a:spcAft>
                <a:spcPts val="0"/>
              </a:spcAft>
              <a:buClr>
                <a:schemeClr val="lt1"/>
              </a:buClr>
              <a:buSzPts val="2200"/>
              <a:buNone/>
              <a:defRPr sz="2100">
                <a:solidFill>
                  <a:srgbClr val="FFFFFF"/>
                </a:solidFill>
              </a:defRPr>
            </a:pPr>
            <a:r>
              <a:rPr sz="2100">
                <a:solidFill>
                  <a:srgbClr val="FFFFFF"/>
                </a:solidFill>
              </a:rPr>
              <a:t>Track owners, remediation dates, approved exceptions, and test evidence.</a:t>
            </a:r>
            <a:endParaRPr/>
          </a:p>
          <a:p xmlns:a="http://schemas.openxmlformats.org/drawingml/2006/main">
            <a:pPr marL="228600" lvl="0" indent="-88900" algn="l">
              <a:lnSpc>
                <a:spcPct val="90000"/>
              </a:lnSpc>
              <a:spcBef>
                <a:spcPts val="1000"/>
              </a:spcBef>
              <a:spcAft>
                <a:spcPts val="0"/>
              </a:spcAft>
              <a:buNone/>
            </a:pPr>
            <a:r>
              <a:t/>
            </a:r>
            <a:endParaRPr/>
          </a:p>
          <a:p xmlns:a="http://schemas.openxmlformats.org/drawingml/2006/main">
            <a:pPr marL="228600" lvl="0" indent="-88900" algn="l">
              <a:lnSpc>
                <a:spcPct val="90000"/>
              </a:lnSpc>
              <a:spcBef>
                <a:spcPts val="1000"/>
              </a:spcBef>
              <a:spcAft>
                <a:spcPts val="0"/>
              </a:spcAft>
              <a:buClr>
                <a:schemeClr val="lt1"/>
              </a:buClr>
              <a:buSzPts val="2200"/>
              <a:buNone/>
              <a:defRPr sz="2100">
                <a:solidFill>
                  <a:srgbClr val="FFFFFF"/>
                </a:solidFill>
              </a:defRPr>
            </a:pPr>
            <a:r>
              <a:rPr sz="2100">
                <a:solidFill>
                  <a:srgbClr val="FFFFFF"/>
                </a:solidFill>
              </a:rPr>
              <a:t>Outcome: security requirements become repeatable release criteria.</a:t>
            </a:r>
            <a:endParaRPr/>
          </a:p>
        </p:txBody>
      </p:sp>
      <p:pic>
        <p:nvPicPr>
          <p:cNvPr id="232" name="Google Shape;232;p13">
            <a:extLst xmlns:a="http://schemas.openxmlformats.org/drawingml/2006/main">
              <a:ext uri="{FF2B5EF4-FFF2-40B4-BE49-F238E27FC236}">
                <a16:creationId xmlns:a16="http://schemas.microsoft.com/office/drawing/2014/main" id="{2AEBC8D1-8444-48C6-8F40-30AE3F113BD3}"/>
              </a:ext>
            </a:extLst>
          </p:cNvPr>
          <p:cNvPicPr>
            <a:picLocks xmlns:a="http://schemas.openxmlformats.org/drawingml/2006/main" noChangeAspect="1"/>
          </p:cNvPicPr>
          <p:nvPr/>
        </p:nvPicPr>
        <p:blipFill>
          <a:blip xmlns:r="http://schemas.openxmlformats.org/officeDocument/2006/relationships" xmlns:a="http://schemas.openxmlformats.org/drawingml/2006/main" r:embed="Rfae7339e266b4d7a">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sp>
        <p:nvSpPr>
          <p:cNvPr id="233" name="">
            <a:extLst xmlns:a="http://schemas.openxmlformats.org/drawingml/2006/main">
              <a:ext uri="{FF2B5EF4-FFF2-40B4-BE49-F238E27FC236}">
                <a16:creationId xmlns:a16="http://schemas.microsoft.com/office/drawing/2014/main" id="{2D34F29A-6D8C-4410-8E13-CBEE23757B2B}"/>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18 / 19</a:t>
            </a:r>
          </a:p>
        </p:txBody>
      </p:sp>
    </p:spTree>
    <p:extLst>
      <p:ext uri="{BB962C8B-B14F-4D97-AF65-F5344CB8AC3E}">
        <p14:creationId xmlns:p14="http://schemas.microsoft.com/office/powerpoint/2010/main" val="139904299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37" name="Google Shape;237;p14">
            <a:extLst xmlns:a="http://schemas.openxmlformats.org/drawingml/2006/main">
              <a:ext uri="{FF2B5EF4-FFF2-40B4-BE49-F238E27FC236}">
                <a16:creationId xmlns:a16="http://schemas.microsoft.com/office/drawing/2014/main" id="{A7B23F12-F28D-4891-88EF-520FB1E08E2A}"/>
              </a:ext>
            </a:extLst>
          </p:cNvPr>
          <p:cNvSpPr>
            <a:spLocks xmlns:a="http://schemas.openxmlformats.org/drawingml/2006/main" noGrp="1"/>
          </p:cNvSpPr>
          <p:nvPr>
            <p:ph type="title" idx="0"/>
          </p:nvPr>
        </p:nvSpPr>
        <p:spPr>
          <a:xfrm xmlns:a="http://schemas.openxmlformats.org/drawingml/2006/main">
            <a:off x="2895600" y="764373"/>
            <a:ext cx="8610600" cy="129302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marL="0" lvl="0" indent="0" algn="r">
              <a:lnSpc>
                <a:spcPct val="90000"/>
              </a:lnSpc>
              <a:spcBef>
                <a:spcPts val="0"/>
              </a:spcBef>
              <a:spcAft>
                <a:spcPts val="0"/>
              </a:spcAft>
              <a:buClr>
                <a:schemeClr val="lt1"/>
              </a:buClr>
              <a:buSzPts val="4000"/>
              <a:buFont typeface="Century Gothic"/>
              <a:buNone/>
            </a:pPr>
            <a:r>
              <a:t>REFERENCES</a:t>
            </a:r>
            <a:endParaRPr/>
          </a:p>
        </p:txBody>
      </p:sp>
      <p:sp>
        <p:nvSpPr>
          <p:cNvPr id="238" name="Google Shape;238;p14">
            <a:extLst xmlns:a="http://schemas.openxmlformats.org/drawingml/2006/main">
              <a:ext uri="{FF2B5EF4-FFF2-40B4-BE49-F238E27FC236}">
                <a16:creationId xmlns:a16="http://schemas.microsoft.com/office/drawing/2014/main" id="{16D4B1E2-D8CA-42A2-822F-B7BB32A2FD5E}"/>
              </a:ext>
            </a:extLst>
          </p:cNvPr>
          <p:cNvSpPr>
            <a:spLocks xmlns:a="http://schemas.openxmlformats.org/drawingml/2006/main" noGrp="1"/>
          </p:cNvSpPr>
          <p:nvPr>
            <p:ph type="body" idx="1"/>
          </p:nvPr>
        </p:nvSpPr>
        <p:spPr>
          <a:xfrm xmlns:a="http://schemas.openxmlformats.org/drawingml/2006/main">
            <a:off x="685800" y="2190750"/>
            <a:ext cx="10191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defPPr>
              <a:defRPr sz="1575">
                <a:solidFill>
                  <a:srgbClr val="FFFFFF"/>
                </a:solidFill>
              </a:defRPr>
            </a:defPPr>
            <a:lvl1pPr>
              <a:defRPr sz="1575">
                <a:solidFill>
                  <a:srgbClr val="FFFFFF"/>
                </a:solidFill>
              </a:defRPr>
            </a:lvl1pPr>
            <a:lvl2pPr>
              <a:defRPr sz="1575">
                <a:solidFill>
                  <a:srgbClr val="FFFFFF"/>
                </a:solidFill>
              </a:defRPr>
            </a:lvl2pPr>
            <a:lvl3pPr>
              <a:defRPr sz="1575">
                <a:solidFill>
                  <a:srgbClr val="FFFFFF"/>
                </a:solidFill>
              </a:defRPr>
            </a:lvl3pPr>
            <a:lvl4pPr>
              <a:defRPr sz="1575">
                <a:solidFill>
                  <a:srgbClr val="FFFFFF"/>
                </a:solidFill>
              </a:defRPr>
            </a:lvl4pPr>
            <a:lvl5pPr>
              <a:defRPr sz="1575">
                <a:solidFill>
                  <a:srgbClr val="FFFFFF"/>
                </a:solidFill>
              </a:defRPr>
            </a:lvl5pPr>
            <a:lvl6pPr>
              <a:defRPr sz="1575">
                <a:solidFill>
                  <a:srgbClr val="FFFFFF"/>
                </a:solidFill>
              </a:defRPr>
            </a:lvl6pPr>
            <a:lvl7pPr>
              <a:defRPr sz="1575">
                <a:solidFill>
                  <a:srgbClr val="FFFFFF"/>
                </a:solidFill>
              </a:defRPr>
            </a:lvl7pPr>
            <a:lvl8pPr>
              <a:defRPr sz="1575">
                <a:solidFill>
                  <a:srgbClr val="FFFFFF"/>
                </a:solidFill>
              </a:defRPr>
            </a:lvl8pPr>
            <a:lvl9pPr>
              <a:defRPr sz="1575">
                <a:solidFill>
                  <a:srgbClr val="FFFFFF"/>
                </a:solidFill>
              </a:defRPr>
            </a:lvl9pPr>
          </a:lstStyle>
          <a:p xmlns:a="http://schemas.openxmlformats.org/drawingml/2006/main">
            <a:pPr marL="228600" lvl="0" indent="-228600" algn="l">
              <a:lnSpc>
                <a:spcPct val="90000"/>
              </a:lnSpc>
              <a:spcBef>
                <a:spcPts val="0"/>
              </a:spcBef>
              <a:spcAft>
                <a:spcPts val="0"/>
              </a:spcAft>
              <a:buClr>
                <a:schemeClr val="lt1"/>
              </a:buClr>
              <a:buSzPts val="2200"/>
              <a:buChar char="•"/>
              <a:defRPr sz="1575">
                <a:solidFill>
                  <a:srgbClr val="FFFFFF"/>
                </a:solidFill>
              </a:defRPr>
            </a:pPr>
            <a:r>
              <a:rPr sz="1575">
                <a:solidFill>
                  <a:srgbClr val="FFFFFF"/>
                </a:solidFill>
              </a:rPr>
              <a:t>Foy, L. (2026). Green Pace secure development policy [Unpublished course paper].</a:t>
            </a:r>
            <a:endParaRPr/>
          </a:p>
          <a:p xmlns:a="http://schemas.openxmlformats.org/drawingml/2006/main">
            <a:pPr marL="228600" lvl="0" indent="-228600" algn="l">
              <a:lnSpc>
                <a:spcPct val="90000"/>
              </a:lnSpc>
              <a:spcBef>
                <a:spcPts val="0"/>
              </a:spcBef>
              <a:spcAft>
                <a:spcPts val="0"/>
              </a:spcAft>
              <a:buClr>
                <a:schemeClr val="lt1"/>
              </a:buClr>
              <a:buSzPts val="2200"/>
              <a:buChar char="•"/>
              <a:defRPr sz="1575">
                <a:solidFill>
                  <a:srgbClr val="FFFFFF"/>
                </a:solidFill>
              </a:defRPr>
            </a:pPr>
            <a:r>
              <a:rPr sz="1575">
                <a:solidFill>
                  <a:srgbClr val="FFFFFF"/>
                </a:solidFill>
              </a:rPr>
              <a:t>Google. (n.d.). GoogleTest primer. https://google.github.io/googletest/primer.html</a:t>
            </a:r>
            <a:endParaRPr/>
          </a:p>
          <a:p xmlns:a="http://schemas.openxmlformats.org/drawingml/2006/main">
            <a:pPr marL="228600" lvl="0" indent="-228600" algn="l">
              <a:lnSpc>
                <a:spcPct val="90000"/>
              </a:lnSpc>
              <a:spcBef>
                <a:spcPts val="0"/>
              </a:spcBef>
              <a:spcAft>
                <a:spcPts val="0"/>
              </a:spcAft>
              <a:buClr>
                <a:schemeClr val="lt1"/>
              </a:buClr>
              <a:buSzPts val="2200"/>
              <a:buChar char="•"/>
              <a:defRPr sz="1575">
                <a:solidFill>
                  <a:srgbClr val="FFFFFF"/>
                </a:solidFill>
              </a:defRPr>
            </a:pPr>
            <a:r>
              <a:rPr sz="1575">
                <a:solidFill>
                  <a:srgbClr val="FFFFFF"/>
                </a:solidFill>
              </a:rPr>
              <a:t>LLVM Project. (n.d.). AddressSanitizer. https://clang.llvm.org/docs/AddressSanitizer.html</a:t>
            </a:r>
            <a:endParaRPr/>
          </a:p>
          <a:p xmlns:a="http://schemas.openxmlformats.org/drawingml/2006/main">
            <a:pPr marL="228600" lvl="0" indent="-228600" algn="l">
              <a:lnSpc>
                <a:spcPct val="90000"/>
              </a:lnSpc>
              <a:spcBef>
                <a:spcPts val="0"/>
              </a:spcBef>
              <a:spcAft>
                <a:spcPts val="0"/>
              </a:spcAft>
              <a:buClr>
                <a:schemeClr val="lt1"/>
              </a:buClr>
              <a:buSzPts val="2200"/>
              <a:buChar char="•"/>
              <a:defRPr sz="1575">
                <a:solidFill>
                  <a:srgbClr val="FFFFFF"/>
                </a:solidFill>
              </a:defRPr>
            </a:pPr>
            <a:r>
              <a:rPr sz="1575">
                <a:solidFill>
                  <a:srgbClr val="FFFFFF"/>
                </a:solidFill>
              </a:rPr>
              <a:t>SQLite. (n.d.). Binding values to prepared statements. https://sqlite.org/c3ref/bind_blob.html</a:t>
            </a:r>
            <a:endParaRPr/>
          </a:p>
          <a:p xmlns:a="http://schemas.openxmlformats.org/drawingml/2006/main">
            <a:pPr marL="228600" lvl="0" indent="-228600" algn="l">
              <a:lnSpc>
                <a:spcPct val="90000"/>
              </a:lnSpc>
              <a:spcBef>
                <a:spcPts val="0"/>
              </a:spcBef>
              <a:spcAft>
                <a:spcPts val="0"/>
              </a:spcAft>
              <a:buClr>
                <a:schemeClr val="lt1"/>
              </a:buClr>
              <a:buSzPts val="2200"/>
              <a:buChar char="•"/>
              <a:defRPr sz="1575">
                <a:solidFill>
                  <a:srgbClr val="FFFFFF"/>
                </a:solidFill>
              </a:defRPr>
            </a:pPr>
            <a:r>
              <a:rPr sz="1575">
                <a:solidFill>
                  <a:srgbClr val="FFFFFF"/>
                </a:solidFill>
              </a:rPr>
              <a:t>National Institute of Standards and Technology. (2019). Guidelines for the selection, configuration, and use of TLS implementations (SP 800-52 Rev. 2). https://doi.org/10.6028/NIST.SP.800-52r2</a:t>
            </a:r>
            <a:endParaRPr/>
          </a:p>
          <a:p xmlns:a="http://schemas.openxmlformats.org/drawingml/2006/main">
            <a:pPr marL="228600" lvl="0" indent="-228600" algn="l">
              <a:lnSpc>
                <a:spcPct val="90000"/>
              </a:lnSpc>
              <a:spcBef>
                <a:spcPts val="0"/>
              </a:spcBef>
              <a:spcAft>
                <a:spcPts val="0"/>
              </a:spcAft>
              <a:buClr>
                <a:schemeClr val="lt1"/>
              </a:buClr>
              <a:buSzPts val="2200"/>
              <a:buChar char="•"/>
              <a:defRPr sz="1575">
                <a:solidFill>
                  <a:srgbClr val="FFFFFF"/>
                </a:solidFill>
              </a:defRPr>
            </a:pPr>
            <a:r>
              <a:rPr sz="1575">
                <a:solidFill>
                  <a:srgbClr val="FFFFFF"/>
                </a:solidFill>
              </a:rPr>
              <a:t>National Institute of Standards and Technology. (2024). Protecting controlled unclassified information in nonfederal systems and organizations (SP 800-171 Rev. 3). https://doi.org/10.6028/NIST.SP.800-171r3</a:t>
            </a:r>
            <a:endParaRPr/>
          </a:p>
        </p:txBody>
      </p:sp>
      <p:pic>
        <p:nvPicPr>
          <p:cNvPr id="239" name="Google Shape;239;p14">
            <a:extLst xmlns:a="http://schemas.openxmlformats.org/drawingml/2006/main">
              <a:ext uri="{FF2B5EF4-FFF2-40B4-BE49-F238E27FC236}">
                <a16:creationId xmlns:a16="http://schemas.microsoft.com/office/drawing/2014/main" id="{02F394EE-7BF4-4EDD-A855-2D963B95D2C3}"/>
              </a:ext>
            </a:extLst>
          </p:cNvPr>
          <p:cNvPicPr>
            <a:picLocks xmlns:a="http://schemas.openxmlformats.org/drawingml/2006/main" noChangeAspect="1"/>
          </p:cNvPicPr>
          <p:nvPr/>
        </p:nvPicPr>
        <p:blipFill>
          <a:blip xmlns:r="http://schemas.openxmlformats.org/officeDocument/2006/relationships" xmlns:a="http://schemas.openxmlformats.org/drawingml/2006/main" r:embed="Rb9de108cb7d4451c">
            <a:alphaModFix/>
          </a:blip>
          <a:stretch xmlns:a="http://schemas.openxmlformats.org/drawingml/2006/main">
            <a:fillRect l="0" t="0" r="0" b="0"/>
          </a:stretch>
        </p:blipFill>
        <p:spPr>
          <a:xfrm xmlns:a="http://schemas.openxmlformats.org/drawingml/2006/main">
            <a:off x="11084074" y="5440526"/>
            <a:ext cx="886601" cy="1149225"/>
          </a:xfrm>
          <a:prstGeom xmlns:a="http://schemas.openxmlformats.org/drawingml/2006/main" prst="rect">
            <a:avLst/>
          </a:prstGeom>
          <a:ln xmlns:a="http://schemas.openxmlformats.org/drawingml/2006/main">
            <a:noFill/>
          </a:ln>
        </p:spPr>
      </p:pic>
      <p:sp>
        <p:nvSpPr>
          <p:cNvPr id="240" name="">
            <a:extLst xmlns:a="http://schemas.openxmlformats.org/drawingml/2006/main">
              <a:ext uri="{FF2B5EF4-FFF2-40B4-BE49-F238E27FC236}">
                <a16:creationId xmlns:a16="http://schemas.microsoft.com/office/drawing/2014/main" id="{95FCEB1F-7284-431F-836D-D149C5B9D948}"/>
              </a:ext>
            </a:extLst>
          </p:cNvPr>
          <p:cNvSpPr>
            <a:spLocks xmlns:a="http://schemas.openxmlformats.org/drawingml/2006/main" noGrp="1"/>
          </p:cNvSpPr>
          <p:nvPr/>
        </p:nvSpPr>
        <p:spPr>
          <a:xfrm xmlns:a="http://schemas.openxmlformats.org/drawingml/2006/main">
            <a:off x="666750" y="6619875"/>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a:solidFill>
                  <a:srgbClr val="FFFFFF"/>
                </a:solidFill>
              </a:defRPr>
            </a:defPPr>
            <a:lvl1pPr>
              <a:defRPr sz="1050">
                <a:solidFill>
                  <a:srgbClr val="FFFFFF"/>
                </a:solidFill>
              </a:defRPr>
            </a:lvl1pPr>
            <a:lvl2pPr>
              <a:defRPr sz="1050">
                <a:solidFill>
                  <a:srgbClr val="FFFFFF"/>
                </a:solidFill>
              </a:defRPr>
            </a:lvl2pPr>
            <a:lvl3pPr>
              <a:defRPr sz="1050">
                <a:solidFill>
                  <a:srgbClr val="FFFFFF"/>
                </a:solidFill>
              </a:defRPr>
            </a:lvl3pPr>
            <a:lvl4pPr>
              <a:defRPr sz="1050">
                <a:solidFill>
                  <a:srgbClr val="FFFFFF"/>
                </a:solidFill>
              </a:defRPr>
            </a:lvl4pPr>
            <a:lvl5pPr>
              <a:defRPr sz="1050">
                <a:solidFill>
                  <a:srgbClr val="FFFFFF"/>
                </a:solidFill>
              </a:defRPr>
            </a:lvl5pPr>
            <a:lvl6pPr>
              <a:defRPr sz="1050">
                <a:solidFill>
                  <a:srgbClr val="FFFFFF"/>
                </a:solidFill>
              </a:defRPr>
            </a:lvl6pPr>
            <a:lvl7pPr>
              <a:defRPr sz="1050">
                <a:solidFill>
                  <a:srgbClr val="FFFFFF"/>
                </a:solidFill>
              </a:defRPr>
            </a:lvl7pPr>
            <a:lvl8pPr>
              <a:defRPr sz="1050">
                <a:solidFill>
                  <a:srgbClr val="FFFFFF"/>
                </a:solidFill>
              </a:defRPr>
            </a:lvl8pPr>
            <a:lvl9pPr>
              <a:defRPr sz="1050">
                <a:solidFill>
                  <a:srgbClr val="FFFFFF"/>
                </a:solidFill>
              </a:defRPr>
            </a:lvl9pPr>
          </a:lstStyle>
          <a:p xmlns:a="http://schemas.openxmlformats.org/drawingml/2006/main">
            <a:pPr>
              <a:defRPr sz="1050">
                <a:solidFill>
                  <a:srgbClr val="FFFFFF"/>
                </a:solidFill>
              </a:defRPr>
            </a:pPr>
            <a:r>
              <a:rPr sz="1050">
                <a:solidFill>
                  <a:srgbClr val="FFFFFF"/>
                </a:solidFill>
              </a:rPr>
              <a:t>19 / 19</a:t>
            </a:r>
          </a:p>
        </p:txBody>
      </p:sp>
    </p:spTree>
    <p:extLst>
      <p:ext uri="{BB962C8B-B14F-4D97-AF65-F5344CB8AC3E}">
        <p14:creationId xmlns:p14="http://schemas.microsoft.com/office/powerpoint/2010/main" val="1069664120"/>
      </p:ext>
    </p:extLst>
  </p:cSld>
</p:sld>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2026-10-18T06:38:10.3740000Z</dcterms:created>
  <dcterms:modified xsi:type="dcterms:W3CDTF">2026-10-18T06:38:10.3740000Z</dcterms:modified>
</coreProperties>
</file>